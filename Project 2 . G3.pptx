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7" r:id="rId4"/>
    <p:sldId id="258" r:id="rId5"/>
    <p:sldId id="266" r:id="rId6"/>
    <p:sldId id="268" r:id="rId7"/>
    <p:sldId id="267" r:id="rId8"/>
    <p:sldId id="269" r:id="rId9"/>
    <p:sldId id="270" r:id="rId10"/>
    <p:sldId id="271" r:id="rId11"/>
    <p:sldId id="278" r:id="rId12"/>
    <p:sldId id="273" r:id="rId13"/>
    <p:sldId id="274" r:id="rId14"/>
    <p:sldId id="275" r:id="rId15"/>
    <p:sldId id="276" r:id="rId16"/>
    <p:sldId id="277" r:id="rId17"/>
    <p:sldId id="279" r:id="rId18"/>
    <p:sldId id="280" r:id="rId19"/>
    <p:sldId id="281" r:id="rId20"/>
    <p:sldId id="283" r:id="rId21"/>
    <p:sldId id="282"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50" autoAdjust="0"/>
    <p:restoredTop sz="94288"/>
  </p:normalViewPr>
  <p:slideViewPr>
    <p:cSldViewPr snapToGrid="0">
      <p:cViewPr varScale="1">
        <p:scale>
          <a:sx n="101" d="100"/>
          <a:sy n="101" d="100"/>
        </p:scale>
        <p:origin x="23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EB1B9-5016-46C1-A278-23E17D486B2E}"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63CE8415-6829-42D8-912D-DDC6E491838B}">
      <dgm:prSet/>
      <dgm:spPr/>
      <dgm:t>
        <a:bodyPr/>
        <a:lstStyle/>
        <a:p>
          <a:r>
            <a:rPr lang="en-US" b="0" i="0" baseline="0" dirty="0">
              <a:latin typeface="Times New Roman" panose="02020603050405020304" pitchFamily="18" charset="0"/>
              <a:cs typeface="Times New Roman" panose="02020603050405020304" pitchFamily="18" charset="0"/>
            </a:rPr>
            <a:t>Project Definition</a:t>
          </a:r>
          <a:endParaRPr lang="en-US" b="0" dirty="0">
            <a:latin typeface="Times New Roman" panose="02020603050405020304" pitchFamily="18" charset="0"/>
            <a:cs typeface="Times New Roman" panose="02020603050405020304" pitchFamily="18" charset="0"/>
          </a:endParaRPr>
        </a:p>
      </dgm:t>
    </dgm:pt>
    <dgm:pt modelId="{B682CBD7-9BCE-4CC5-9876-0AAD1853E66C}" type="par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DDD3C43C-6BAD-4CF4-B6AB-22C7AA49188D}" type="sibTrans" cxnId="{02A2ABD4-FEC4-4CAD-98E4-C41DBFC66B83}">
      <dgm:prSet/>
      <dgm:spPr/>
      <dgm:t>
        <a:bodyPr/>
        <a:lstStyle/>
        <a:p>
          <a:endParaRPr lang="en-US" b="0">
            <a:latin typeface="Times New Roman" panose="02020603050405020304" pitchFamily="18" charset="0"/>
            <a:cs typeface="Times New Roman" panose="02020603050405020304" pitchFamily="18" charset="0"/>
          </a:endParaRPr>
        </a:p>
      </dgm:t>
    </dgm:pt>
    <dgm:pt modelId="{271EE43F-C7D7-4E04-B78C-D1A4FE6CFA1C}">
      <dgm:prSet/>
      <dgm:spPr/>
      <dgm:t>
        <a:bodyPr/>
        <a:lstStyle/>
        <a:p>
          <a:r>
            <a:rPr lang="en-US" b="0" i="0" baseline="0" dirty="0">
              <a:latin typeface="Times New Roman" panose="02020603050405020304" pitchFamily="18" charset="0"/>
              <a:cs typeface="Times New Roman" panose="02020603050405020304" pitchFamily="18" charset="0"/>
            </a:rPr>
            <a:t>Data Definition</a:t>
          </a:r>
          <a:endParaRPr lang="en-US" b="0" dirty="0">
            <a:latin typeface="Times New Roman" panose="02020603050405020304" pitchFamily="18" charset="0"/>
            <a:cs typeface="Times New Roman" panose="02020603050405020304" pitchFamily="18" charset="0"/>
          </a:endParaRPr>
        </a:p>
      </dgm:t>
    </dgm:pt>
    <dgm:pt modelId="{8B763E3C-A18B-479B-8E38-3B3A739E33C9}" type="par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2047B94D-CE2C-40F1-B7FA-BBA9236E622C}" type="sibTrans" cxnId="{8EF87CDA-B971-44C2-8AFC-31CD400BE93D}">
      <dgm:prSet/>
      <dgm:spPr/>
      <dgm:t>
        <a:bodyPr/>
        <a:lstStyle/>
        <a:p>
          <a:endParaRPr lang="en-US" b="0">
            <a:latin typeface="Times New Roman" panose="02020603050405020304" pitchFamily="18" charset="0"/>
            <a:cs typeface="Times New Roman" panose="02020603050405020304" pitchFamily="18" charset="0"/>
          </a:endParaRPr>
        </a:p>
      </dgm:t>
    </dgm:pt>
    <dgm:pt modelId="{1315F565-5CC0-4792-AB11-FB7169D187D0}">
      <dgm:prSet/>
      <dgm:spPr/>
      <dgm:t>
        <a:bodyPr/>
        <a:lstStyle/>
        <a:p>
          <a:r>
            <a:rPr lang="en-US" b="0" i="0" baseline="0" dirty="0">
              <a:latin typeface="Times New Roman" panose="02020603050405020304" pitchFamily="18" charset="0"/>
              <a:cs typeface="Times New Roman" panose="02020603050405020304" pitchFamily="18" charset="0"/>
            </a:rPr>
            <a:t>Data Sources</a:t>
          </a:r>
          <a:endParaRPr lang="en-US" b="0" dirty="0">
            <a:latin typeface="Times New Roman" panose="02020603050405020304" pitchFamily="18" charset="0"/>
            <a:cs typeface="Times New Roman" panose="02020603050405020304" pitchFamily="18" charset="0"/>
          </a:endParaRPr>
        </a:p>
      </dgm:t>
    </dgm:pt>
    <dgm:pt modelId="{FEB46A94-449D-4359-81A0-2CA9947B60DA}" type="par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5AA0912C-7CB7-429F-ACCF-CBE749B6B542}" type="sibTrans" cxnId="{477A83AE-034F-4FF6-8A6C-19C2E6D41BA7}">
      <dgm:prSet/>
      <dgm:spPr/>
      <dgm:t>
        <a:bodyPr/>
        <a:lstStyle/>
        <a:p>
          <a:endParaRPr lang="en-US" b="0">
            <a:latin typeface="Times New Roman" panose="02020603050405020304" pitchFamily="18" charset="0"/>
            <a:cs typeface="Times New Roman" panose="02020603050405020304" pitchFamily="18" charset="0"/>
          </a:endParaRPr>
        </a:p>
      </dgm:t>
    </dgm:pt>
    <dgm:pt modelId="{EA43B5A8-33A4-449B-8E21-5A12072414D2}">
      <dgm:prSet/>
      <dgm:spPr/>
      <dgm:t>
        <a:bodyPr/>
        <a:lstStyle/>
        <a:p>
          <a:r>
            <a:rPr lang="en-US" b="0" i="0" baseline="0">
              <a:latin typeface="Times New Roman" panose="02020603050405020304" pitchFamily="18" charset="0"/>
              <a:cs typeface="Times New Roman" panose="02020603050405020304" pitchFamily="18" charset="0"/>
            </a:rPr>
            <a:t>Data Collection</a:t>
          </a:r>
          <a:endParaRPr lang="en-US" b="0">
            <a:latin typeface="Times New Roman" panose="02020603050405020304" pitchFamily="18" charset="0"/>
            <a:cs typeface="Times New Roman" panose="02020603050405020304" pitchFamily="18" charset="0"/>
          </a:endParaRPr>
        </a:p>
      </dgm:t>
    </dgm:pt>
    <dgm:pt modelId="{9D52B411-B2CA-4B20-B31F-0DB44959B3A8}" type="par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D16CDFD3-9B7B-4939-929B-B925FE6E36AB}" type="sibTrans" cxnId="{E2D6CEE1-D5F5-43F5-AE79-7AD1A2D679C9}">
      <dgm:prSet/>
      <dgm:spPr/>
      <dgm:t>
        <a:bodyPr/>
        <a:lstStyle/>
        <a:p>
          <a:endParaRPr lang="en-US" b="0">
            <a:latin typeface="Times New Roman" panose="02020603050405020304" pitchFamily="18" charset="0"/>
            <a:cs typeface="Times New Roman" panose="02020603050405020304" pitchFamily="18" charset="0"/>
          </a:endParaRPr>
        </a:p>
      </dgm:t>
    </dgm:pt>
    <dgm:pt modelId="{A6FA0530-724C-45B9-ACAF-E8A1AD790A82}">
      <dgm:prSet/>
      <dgm:spPr/>
      <dgm:t>
        <a:bodyPr/>
        <a:lstStyle/>
        <a:p>
          <a:r>
            <a:rPr lang="en-US" b="0" i="0" baseline="0">
              <a:latin typeface="Times New Roman" panose="02020603050405020304" pitchFamily="18" charset="0"/>
              <a:cs typeface="Times New Roman" panose="02020603050405020304" pitchFamily="18" charset="0"/>
            </a:rPr>
            <a:t>Data Description</a:t>
          </a:r>
          <a:endParaRPr lang="en-US" b="0">
            <a:latin typeface="Times New Roman" panose="02020603050405020304" pitchFamily="18" charset="0"/>
            <a:cs typeface="Times New Roman" panose="02020603050405020304" pitchFamily="18" charset="0"/>
          </a:endParaRPr>
        </a:p>
      </dgm:t>
    </dgm:pt>
    <dgm:pt modelId="{E662387C-D8FA-4C59-A88E-D7A9C7F313E8}" type="par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311E5C82-21AA-44B2-B5F2-5A8268A31D59}" type="sibTrans" cxnId="{069EB8FE-903D-4432-801C-2827C1940707}">
      <dgm:prSet/>
      <dgm:spPr/>
      <dgm:t>
        <a:bodyPr/>
        <a:lstStyle/>
        <a:p>
          <a:endParaRPr lang="en-US" b="0">
            <a:latin typeface="Times New Roman" panose="02020603050405020304" pitchFamily="18" charset="0"/>
            <a:cs typeface="Times New Roman" panose="02020603050405020304" pitchFamily="18" charset="0"/>
          </a:endParaRPr>
        </a:p>
      </dgm:t>
    </dgm:pt>
    <dgm:pt modelId="{E4E0BF8B-A93F-4A5E-A97A-64E149166B70}">
      <dgm:prSet/>
      <dgm:spPr/>
      <dgm:t>
        <a:bodyPr/>
        <a:lstStyle/>
        <a:p>
          <a:r>
            <a:rPr lang="en-US" b="0" i="0" baseline="0">
              <a:latin typeface="Times New Roman" panose="02020603050405020304" pitchFamily="18" charset="0"/>
              <a:cs typeface="Times New Roman" panose="02020603050405020304" pitchFamily="18" charset="0"/>
            </a:rPr>
            <a:t>Data Attributes</a:t>
          </a:r>
          <a:endParaRPr lang="en-US" b="0">
            <a:latin typeface="Times New Roman" panose="02020603050405020304" pitchFamily="18" charset="0"/>
            <a:cs typeface="Times New Roman" panose="02020603050405020304" pitchFamily="18" charset="0"/>
          </a:endParaRPr>
        </a:p>
      </dgm:t>
    </dgm:pt>
    <dgm:pt modelId="{2B439125-910E-4C8E-ABD8-DEC00AC31075}" type="par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5AFF3EC1-6159-4138-B41A-BDB05AA15DEA}" type="sibTrans" cxnId="{7418B54B-E41B-4392-B4CE-19D6E5FE9717}">
      <dgm:prSet/>
      <dgm:spPr/>
      <dgm:t>
        <a:bodyPr/>
        <a:lstStyle/>
        <a:p>
          <a:endParaRPr lang="en-US" b="0">
            <a:latin typeface="Times New Roman" panose="02020603050405020304" pitchFamily="18" charset="0"/>
            <a:cs typeface="Times New Roman" panose="02020603050405020304" pitchFamily="18" charset="0"/>
          </a:endParaRPr>
        </a:p>
      </dgm:t>
    </dgm:pt>
    <dgm:pt modelId="{24221E36-0739-FA48-8D1C-0C3328239AC9}">
      <dgm:prSet/>
      <dgm:spPr/>
      <dgm:t>
        <a:bodyPr/>
        <a:lstStyle/>
        <a:p>
          <a:pPr>
            <a:buNone/>
          </a:pPr>
          <a:r>
            <a:rPr lang="en-IN" b="0">
              <a:latin typeface="Times New Roman" panose="02020603050405020304" pitchFamily="18" charset="0"/>
              <a:cs typeface="Times New Roman" panose="02020603050405020304" pitchFamily="18" charset="0"/>
            </a:rPr>
            <a:t>Regression Profiling</a:t>
          </a:r>
        </a:p>
      </dgm:t>
    </dgm:pt>
    <dgm:pt modelId="{328C8528-4507-584E-8C07-CEE7771CD9B7}" type="par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39B4A75-8049-B94B-A134-9680DDB1F2BA}" type="sibTrans" cxnId="{B3A37EF7-9CDD-2741-8343-6C9FDF474E07}">
      <dgm:prSet/>
      <dgm:spPr/>
      <dgm:t>
        <a:bodyPr/>
        <a:lstStyle/>
        <a:p>
          <a:endParaRPr lang="en-GB" b="0">
            <a:latin typeface="Times New Roman" panose="02020603050405020304" pitchFamily="18" charset="0"/>
            <a:cs typeface="Times New Roman" panose="02020603050405020304" pitchFamily="18" charset="0"/>
          </a:endParaRPr>
        </a:p>
      </dgm:t>
    </dgm:pt>
    <dgm:pt modelId="{D10B6D1D-DC85-5D40-A2A1-5582FD802E1D}">
      <dgm:prSet/>
      <dgm:spPr/>
      <dgm:t>
        <a:bodyPr/>
        <a:lstStyle/>
        <a:p>
          <a:pPr>
            <a:buNone/>
          </a:pPr>
          <a:r>
            <a:rPr lang="en-IN" b="0">
              <a:latin typeface="Times New Roman" panose="02020603050405020304" pitchFamily="18" charset="0"/>
              <a:cs typeface="Times New Roman" panose="02020603050405020304" pitchFamily="18" charset="0"/>
            </a:rPr>
            <a:t>Performance Comparison</a:t>
          </a:r>
        </a:p>
      </dgm:t>
    </dgm:pt>
    <dgm:pt modelId="{E16010D6-5FAC-5A44-A02A-8C74E5533538}" type="par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BF95328B-6A94-AD49-A0CA-460EB51CD3A7}" type="sibTrans" cxnId="{8EB7583B-58C8-594D-8941-5FC747F3D7B8}">
      <dgm:prSet/>
      <dgm:spPr/>
      <dgm:t>
        <a:bodyPr/>
        <a:lstStyle/>
        <a:p>
          <a:endParaRPr lang="en-GB" b="0">
            <a:latin typeface="Times New Roman" panose="02020603050405020304" pitchFamily="18" charset="0"/>
            <a:cs typeface="Times New Roman" panose="02020603050405020304" pitchFamily="18" charset="0"/>
          </a:endParaRPr>
        </a:p>
      </dgm:t>
    </dgm:pt>
    <dgm:pt modelId="{56E2A3C0-902C-AB45-96EF-0CD65525A67C}" type="pres">
      <dgm:prSet presAssocID="{633EB1B9-5016-46C1-A278-23E17D486B2E}" presName="vert0" presStyleCnt="0">
        <dgm:presLayoutVars>
          <dgm:dir/>
          <dgm:animOne val="branch"/>
          <dgm:animLvl val="lvl"/>
        </dgm:presLayoutVars>
      </dgm:prSet>
      <dgm:spPr/>
    </dgm:pt>
    <dgm:pt modelId="{85E5819C-3A3A-3C4D-94D8-BD0A80CEDD64}" type="pres">
      <dgm:prSet presAssocID="{63CE8415-6829-42D8-912D-DDC6E491838B}" presName="thickLine" presStyleLbl="alignNode1" presStyleIdx="0" presStyleCnt="8"/>
      <dgm:spPr/>
    </dgm:pt>
    <dgm:pt modelId="{4C879FB7-F7F7-5343-AE80-D2AA4F9B75AC}" type="pres">
      <dgm:prSet presAssocID="{63CE8415-6829-42D8-912D-DDC6E491838B}" presName="horz1" presStyleCnt="0"/>
      <dgm:spPr/>
    </dgm:pt>
    <dgm:pt modelId="{DCBF7A36-B6A3-664A-B341-9B4DDF5C404D}" type="pres">
      <dgm:prSet presAssocID="{63CE8415-6829-42D8-912D-DDC6E491838B}" presName="tx1" presStyleLbl="revTx" presStyleIdx="0" presStyleCnt="8"/>
      <dgm:spPr/>
    </dgm:pt>
    <dgm:pt modelId="{0873369B-9A04-D041-AF39-074D9AF23913}" type="pres">
      <dgm:prSet presAssocID="{63CE8415-6829-42D8-912D-DDC6E491838B}" presName="vert1" presStyleCnt="0"/>
      <dgm:spPr/>
    </dgm:pt>
    <dgm:pt modelId="{A3F013A7-5A31-8943-B13F-71594EC22E35}" type="pres">
      <dgm:prSet presAssocID="{271EE43F-C7D7-4E04-B78C-D1A4FE6CFA1C}" presName="thickLine" presStyleLbl="alignNode1" presStyleIdx="1" presStyleCnt="8"/>
      <dgm:spPr/>
    </dgm:pt>
    <dgm:pt modelId="{421675CF-0B8F-5044-BC3E-AFD51AE3E540}" type="pres">
      <dgm:prSet presAssocID="{271EE43F-C7D7-4E04-B78C-D1A4FE6CFA1C}" presName="horz1" presStyleCnt="0"/>
      <dgm:spPr/>
    </dgm:pt>
    <dgm:pt modelId="{4AEA9623-8634-5347-A7B1-14B2BCEBE894}" type="pres">
      <dgm:prSet presAssocID="{271EE43F-C7D7-4E04-B78C-D1A4FE6CFA1C}" presName="tx1" presStyleLbl="revTx" presStyleIdx="1" presStyleCnt="8"/>
      <dgm:spPr/>
    </dgm:pt>
    <dgm:pt modelId="{53D05ABB-1E68-954D-8FB7-CE2B5A1F6445}" type="pres">
      <dgm:prSet presAssocID="{271EE43F-C7D7-4E04-B78C-D1A4FE6CFA1C}" presName="vert1" presStyleCnt="0"/>
      <dgm:spPr/>
    </dgm:pt>
    <dgm:pt modelId="{6CCBD26D-C81A-234C-BA09-FD436AF5AD38}" type="pres">
      <dgm:prSet presAssocID="{1315F565-5CC0-4792-AB11-FB7169D187D0}" presName="thickLine" presStyleLbl="alignNode1" presStyleIdx="2" presStyleCnt="8"/>
      <dgm:spPr/>
    </dgm:pt>
    <dgm:pt modelId="{82EA7D63-8D10-8648-9803-35E434366F05}" type="pres">
      <dgm:prSet presAssocID="{1315F565-5CC0-4792-AB11-FB7169D187D0}" presName="horz1" presStyleCnt="0"/>
      <dgm:spPr/>
    </dgm:pt>
    <dgm:pt modelId="{CF9B32CD-BBE2-0E4D-A8E4-03579D2391B8}" type="pres">
      <dgm:prSet presAssocID="{1315F565-5CC0-4792-AB11-FB7169D187D0}" presName="tx1" presStyleLbl="revTx" presStyleIdx="2" presStyleCnt="8"/>
      <dgm:spPr/>
    </dgm:pt>
    <dgm:pt modelId="{277A6FCB-9B77-A74A-AD75-DD4A92DE6C5F}" type="pres">
      <dgm:prSet presAssocID="{1315F565-5CC0-4792-AB11-FB7169D187D0}" presName="vert1" presStyleCnt="0"/>
      <dgm:spPr/>
    </dgm:pt>
    <dgm:pt modelId="{C7B969A7-A3B9-1744-AB8E-6B621FDD8AA2}" type="pres">
      <dgm:prSet presAssocID="{EA43B5A8-33A4-449B-8E21-5A12072414D2}" presName="thickLine" presStyleLbl="alignNode1" presStyleIdx="3" presStyleCnt="8"/>
      <dgm:spPr/>
    </dgm:pt>
    <dgm:pt modelId="{45AAFCDE-E40E-9949-99BF-2E04B53183FA}" type="pres">
      <dgm:prSet presAssocID="{EA43B5A8-33A4-449B-8E21-5A12072414D2}" presName="horz1" presStyleCnt="0"/>
      <dgm:spPr/>
    </dgm:pt>
    <dgm:pt modelId="{9F5BB9EC-5173-9942-B9ED-818E2E89724E}" type="pres">
      <dgm:prSet presAssocID="{EA43B5A8-33A4-449B-8E21-5A12072414D2}" presName="tx1" presStyleLbl="revTx" presStyleIdx="3" presStyleCnt="8"/>
      <dgm:spPr/>
    </dgm:pt>
    <dgm:pt modelId="{EF867116-F15D-0349-B772-22B0C386E09B}" type="pres">
      <dgm:prSet presAssocID="{EA43B5A8-33A4-449B-8E21-5A12072414D2}" presName="vert1" presStyleCnt="0"/>
      <dgm:spPr/>
    </dgm:pt>
    <dgm:pt modelId="{0863928E-040C-594E-B18B-EC96DBF404E9}" type="pres">
      <dgm:prSet presAssocID="{A6FA0530-724C-45B9-ACAF-E8A1AD790A82}" presName="thickLine" presStyleLbl="alignNode1" presStyleIdx="4" presStyleCnt="8"/>
      <dgm:spPr/>
    </dgm:pt>
    <dgm:pt modelId="{C592953A-ADCA-204D-B73B-C5D0E4B077E2}" type="pres">
      <dgm:prSet presAssocID="{A6FA0530-724C-45B9-ACAF-E8A1AD790A82}" presName="horz1" presStyleCnt="0"/>
      <dgm:spPr/>
    </dgm:pt>
    <dgm:pt modelId="{D69DAA17-25C6-804A-A2F7-0F975FA046EE}" type="pres">
      <dgm:prSet presAssocID="{A6FA0530-724C-45B9-ACAF-E8A1AD790A82}" presName="tx1" presStyleLbl="revTx" presStyleIdx="4" presStyleCnt="8"/>
      <dgm:spPr/>
    </dgm:pt>
    <dgm:pt modelId="{7B0C9239-77F4-D642-ABDA-D17933533B2F}" type="pres">
      <dgm:prSet presAssocID="{A6FA0530-724C-45B9-ACAF-E8A1AD790A82}" presName="vert1" presStyleCnt="0"/>
      <dgm:spPr/>
    </dgm:pt>
    <dgm:pt modelId="{C0CBBD55-52C0-8F45-AE27-56792BB0EF68}" type="pres">
      <dgm:prSet presAssocID="{E4E0BF8B-A93F-4A5E-A97A-64E149166B70}" presName="thickLine" presStyleLbl="alignNode1" presStyleIdx="5" presStyleCnt="8"/>
      <dgm:spPr/>
    </dgm:pt>
    <dgm:pt modelId="{A3D67CFB-A73A-394B-B027-DB6AB972A7B6}" type="pres">
      <dgm:prSet presAssocID="{E4E0BF8B-A93F-4A5E-A97A-64E149166B70}" presName="horz1" presStyleCnt="0"/>
      <dgm:spPr/>
    </dgm:pt>
    <dgm:pt modelId="{81294F76-60EB-594F-9A2C-3C386D530CE1}" type="pres">
      <dgm:prSet presAssocID="{E4E0BF8B-A93F-4A5E-A97A-64E149166B70}" presName="tx1" presStyleLbl="revTx" presStyleIdx="5" presStyleCnt="8"/>
      <dgm:spPr/>
    </dgm:pt>
    <dgm:pt modelId="{792C2D2F-8CF7-F44A-A253-F0838981FB1C}" type="pres">
      <dgm:prSet presAssocID="{E4E0BF8B-A93F-4A5E-A97A-64E149166B70}" presName="vert1" presStyleCnt="0"/>
      <dgm:spPr/>
    </dgm:pt>
    <dgm:pt modelId="{D3931068-04D1-0A40-8540-34941A89B360}" type="pres">
      <dgm:prSet presAssocID="{24221E36-0739-FA48-8D1C-0C3328239AC9}" presName="thickLine" presStyleLbl="alignNode1" presStyleIdx="6" presStyleCnt="8"/>
      <dgm:spPr/>
    </dgm:pt>
    <dgm:pt modelId="{DB865A19-D64B-6A41-85D8-E01043F20426}" type="pres">
      <dgm:prSet presAssocID="{24221E36-0739-FA48-8D1C-0C3328239AC9}" presName="horz1" presStyleCnt="0"/>
      <dgm:spPr/>
    </dgm:pt>
    <dgm:pt modelId="{5217CC81-665E-1D4B-A346-487CB58CF8F5}" type="pres">
      <dgm:prSet presAssocID="{24221E36-0739-FA48-8D1C-0C3328239AC9}" presName="tx1" presStyleLbl="revTx" presStyleIdx="6" presStyleCnt="8"/>
      <dgm:spPr/>
    </dgm:pt>
    <dgm:pt modelId="{2ABF82CC-098E-5A4F-AAD7-647D48DDE63D}" type="pres">
      <dgm:prSet presAssocID="{24221E36-0739-FA48-8D1C-0C3328239AC9}" presName="vert1" presStyleCnt="0"/>
      <dgm:spPr/>
    </dgm:pt>
    <dgm:pt modelId="{37FD967C-AB64-E14F-B396-3BFFBDF935CA}" type="pres">
      <dgm:prSet presAssocID="{D10B6D1D-DC85-5D40-A2A1-5582FD802E1D}" presName="thickLine" presStyleLbl="alignNode1" presStyleIdx="7" presStyleCnt="8"/>
      <dgm:spPr/>
    </dgm:pt>
    <dgm:pt modelId="{B676ECAA-ABE2-0142-A012-37D7947C0EA3}" type="pres">
      <dgm:prSet presAssocID="{D10B6D1D-DC85-5D40-A2A1-5582FD802E1D}" presName="horz1" presStyleCnt="0"/>
      <dgm:spPr/>
    </dgm:pt>
    <dgm:pt modelId="{E353DCC8-1612-BF49-AE7B-569E14595313}" type="pres">
      <dgm:prSet presAssocID="{D10B6D1D-DC85-5D40-A2A1-5582FD802E1D}" presName="tx1" presStyleLbl="revTx" presStyleIdx="7" presStyleCnt="8"/>
      <dgm:spPr/>
    </dgm:pt>
    <dgm:pt modelId="{5BF3D712-FA0D-2846-8341-36FFEB48D1FA}" type="pres">
      <dgm:prSet presAssocID="{D10B6D1D-DC85-5D40-A2A1-5582FD802E1D}" presName="vert1" presStyleCnt="0"/>
      <dgm:spPr/>
    </dgm:pt>
  </dgm:ptLst>
  <dgm:cxnLst>
    <dgm:cxn modelId="{576F3901-D637-0C43-B037-44CF48760E1B}" type="presOf" srcId="{A6FA0530-724C-45B9-ACAF-E8A1AD790A82}" destId="{D69DAA17-25C6-804A-A2F7-0F975FA046EE}" srcOrd="0" destOrd="0" presId="urn:microsoft.com/office/officeart/2008/layout/LinedList"/>
    <dgm:cxn modelId="{BADF4502-F36A-7441-9655-46A0B742AC2B}" type="presOf" srcId="{633EB1B9-5016-46C1-A278-23E17D486B2E}" destId="{56E2A3C0-902C-AB45-96EF-0CD65525A67C}" srcOrd="0" destOrd="0" presId="urn:microsoft.com/office/officeart/2008/layout/LinedList"/>
    <dgm:cxn modelId="{8835210C-1110-634E-86D1-FAF0ED5D90F3}" type="presOf" srcId="{271EE43F-C7D7-4E04-B78C-D1A4FE6CFA1C}" destId="{4AEA9623-8634-5347-A7B1-14B2BCEBE894}" srcOrd="0" destOrd="0" presId="urn:microsoft.com/office/officeart/2008/layout/LinedList"/>
    <dgm:cxn modelId="{6A375F10-0D5A-E84A-8CC4-AF41F8504D70}" type="presOf" srcId="{63CE8415-6829-42D8-912D-DDC6E491838B}" destId="{DCBF7A36-B6A3-664A-B341-9B4DDF5C404D}" srcOrd="0" destOrd="0" presId="urn:microsoft.com/office/officeart/2008/layout/LinedList"/>
    <dgm:cxn modelId="{4162FA10-254A-7F44-A143-4449C3417076}" type="presOf" srcId="{EA43B5A8-33A4-449B-8E21-5A12072414D2}" destId="{9F5BB9EC-5173-9942-B9ED-818E2E89724E}" srcOrd="0" destOrd="0" presId="urn:microsoft.com/office/officeart/2008/layout/LinedList"/>
    <dgm:cxn modelId="{8EB7583B-58C8-594D-8941-5FC747F3D7B8}" srcId="{633EB1B9-5016-46C1-A278-23E17D486B2E}" destId="{D10B6D1D-DC85-5D40-A2A1-5582FD802E1D}" srcOrd="7" destOrd="0" parTransId="{E16010D6-5FAC-5A44-A02A-8C74E5533538}" sibTransId="{BF95328B-6A94-AD49-A0CA-460EB51CD3A7}"/>
    <dgm:cxn modelId="{7418B54B-E41B-4392-B4CE-19D6E5FE9717}" srcId="{633EB1B9-5016-46C1-A278-23E17D486B2E}" destId="{E4E0BF8B-A93F-4A5E-A97A-64E149166B70}" srcOrd="5" destOrd="0" parTransId="{2B439125-910E-4C8E-ABD8-DEC00AC31075}" sibTransId="{5AFF3EC1-6159-4138-B41A-BDB05AA15DEA}"/>
    <dgm:cxn modelId="{FF541CA2-561C-8B4F-B6CD-0A99CA203F69}" type="presOf" srcId="{D10B6D1D-DC85-5D40-A2A1-5582FD802E1D}" destId="{E353DCC8-1612-BF49-AE7B-569E14595313}" srcOrd="0" destOrd="0" presId="urn:microsoft.com/office/officeart/2008/layout/LinedList"/>
    <dgm:cxn modelId="{477A83AE-034F-4FF6-8A6C-19C2E6D41BA7}" srcId="{633EB1B9-5016-46C1-A278-23E17D486B2E}" destId="{1315F565-5CC0-4792-AB11-FB7169D187D0}" srcOrd="2" destOrd="0" parTransId="{FEB46A94-449D-4359-81A0-2CA9947B60DA}" sibTransId="{5AA0912C-7CB7-429F-ACCF-CBE749B6B542}"/>
    <dgm:cxn modelId="{8743BEB2-355B-C347-845E-5CCBF027D9DF}" type="presOf" srcId="{E4E0BF8B-A93F-4A5E-A97A-64E149166B70}" destId="{81294F76-60EB-594F-9A2C-3C386D530CE1}" srcOrd="0" destOrd="0" presId="urn:microsoft.com/office/officeart/2008/layout/LinedList"/>
    <dgm:cxn modelId="{02A2ABD4-FEC4-4CAD-98E4-C41DBFC66B83}" srcId="{633EB1B9-5016-46C1-A278-23E17D486B2E}" destId="{63CE8415-6829-42D8-912D-DDC6E491838B}" srcOrd="0" destOrd="0" parTransId="{B682CBD7-9BCE-4CC5-9876-0AAD1853E66C}" sibTransId="{DDD3C43C-6BAD-4CF4-B6AB-22C7AA49188D}"/>
    <dgm:cxn modelId="{8EF87CDA-B971-44C2-8AFC-31CD400BE93D}" srcId="{633EB1B9-5016-46C1-A278-23E17D486B2E}" destId="{271EE43F-C7D7-4E04-B78C-D1A4FE6CFA1C}" srcOrd="1" destOrd="0" parTransId="{8B763E3C-A18B-479B-8E38-3B3A739E33C9}" sibTransId="{2047B94D-CE2C-40F1-B7FA-BBA9236E622C}"/>
    <dgm:cxn modelId="{E2D6CEE1-D5F5-43F5-AE79-7AD1A2D679C9}" srcId="{633EB1B9-5016-46C1-A278-23E17D486B2E}" destId="{EA43B5A8-33A4-449B-8E21-5A12072414D2}" srcOrd="3" destOrd="0" parTransId="{9D52B411-B2CA-4B20-B31F-0DB44959B3A8}" sibTransId="{D16CDFD3-9B7B-4939-929B-B925FE6E36AB}"/>
    <dgm:cxn modelId="{169C41E3-5323-AC4A-82C3-0B8985AE5E0E}" type="presOf" srcId="{1315F565-5CC0-4792-AB11-FB7169D187D0}" destId="{CF9B32CD-BBE2-0E4D-A8E4-03579D2391B8}" srcOrd="0" destOrd="0" presId="urn:microsoft.com/office/officeart/2008/layout/LinedList"/>
    <dgm:cxn modelId="{A8230BEF-E924-264D-9D32-8960B1457E54}" type="presOf" srcId="{24221E36-0739-FA48-8D1C-0C3328239AC9}" destId="{5217CC81-665E-1D4B-A346-487CB58CF8F5}" srcOrd="0" destOrd="0" presId="urn:microsoft.com/office/officeart/2008/layout/LinedList"/>
    <dgm:cxn modelId="{B3A37EF7-9CDD-2741-8343-6C9FDF474E07}" srcId="{633EB1B9-5016-46C1-A278-23E17D486B2E}" destId="{24221E36-0739-FA48-8D1C-0C3328239AC9}" srcOrd="6" destOrd="0" parTransId="{328C8528-4507-584E-8C07-CEE7771CD9B7}" sibTransId="{D39B4A75-8049-B94B-A134-9680DDB1F2BA}"/>
    <dgm:cxn modelId="{069EB8FE-903D-4432-801C-2827C1940707}" srcId="{633EB1B9-5016-46C1-A278-23E17D486B2E}" destId="{A6FA0530-724C-45B9-ACAF-E8A1AD790A82}" srcOrd="4" destOrd="0" parTransId="{E662387C-D8FA-4C59-A88E-D7A9C7F313E8}" sibTransId="{311E5C82-21AA-44B2-B5F2-5A8268A31D59}"/>
    <dgm:cxn modelId="{7820CB8D-F0D2-1446-BF3D-4685A6AEE72E}" type="presParOf" srcId="{56E2A3C0-902C-AB45-96EF-0CD65525A67C}" destId="{85E5819C-3A3A-3C4D-94D8-BD0A80CEDD64}" srcOrd="0" destOrd="0" presId="urn:microsoft.com/office/officeart/2008/layout/LinedList"/>
    <dgm:cxn modelId="{C7630061-A9A1-E040-BD00-DF1B969C5CF9}" type="presParOf" srcId="{56E2A3C0-902C-AB45-96EF-0CD65525A67C}" destId="{4C879FB7-F7F7-5343-AE80-D2AA4F9B75AC}" srcOrd="1" destOrd="0" presId="urn:microsoft.com/office/officeart/2008/layout/LinedList"/>
    <dgm:cxn modelId="{86E1C9B7-9611-4347-8044-9584B55BB549}" type="presParOf" srcId="{4C879FB7-F7F7-5343-AE80-D2AA4F9B75AC}" destId="{DCBF7A36-B6A3-664A-B341-9B4DDF5C404D}" srcOrd="0" destOrd="0" presId="urn:microsoft.com/office/officeart/2008/layout/LinedList"/>
    <dgm:cxn modelId="{7D304640-9B03-E647-950C-5E4F0D77FD64}" type="presParOf" srcId="{4C879FB7-F7F7-5343-AE80-D2AA4F9B75AC}" destId="{0873369B-9A04-D041-AF39-074D9AF23913}" srcOrd="1" destOrd="0" presId="urn:microsoft.com/office/officeart/2008/layout/LinedList"/>
    <dgm:cxn modelId="{F349AB20-0CA5-7848-B910-70E804CFC1B4}" type="presParOf" srcId="{56E2A3C0-902C-AB45-96EF-0CD65525A67C}" destId="{A3F013A7-5A31-8943-B13F-71594EC22E35}" srcOrd="2" destOrd="0" presId="urn:microsoft.com/office/officeart/2008/layout/LinedList"/>
    <dgm:cxn modelId="{F4591A0C-9954-EB4C-860E-B32CE90C8F7F}" type="presParOf" srcId="{56E2A3C0-902C-AB45-96EF-0CD65525A67C}" destId="{421675CF-0B8F-5044-BC3E-AFD51AE3E540}" srcOrd="3" destOrd="0" presId="urn:microsoft.com/office/officeart/2008/layout/LinedList"/>
    <dgm:cxn modelId="{16304B04-17FE-604A-B6BB-305006937AD6}" type="presParOf" srcId="{421675CF-0B8F-5044-BC3E-AFD51AE3E540}" destId="{4AEA9623-8634-5347-A7B1-14B2BCEBE894}" srcOrd="0" destOrd="0" presId="urn:microsoft.com/office/officeart/2008/layout/LinedList"/>
    <dgm:cxn modelId="{170D6687-C9D8-A447-BB6C-DEEF6B837194}" type="presParOf" srcId="{421675CF-0B8F-5044-BC3E-AFD51AE3E540}" destId="{53D05ABB-1E68-954D-8FB7-CE2B5A1F6445}" srcOrd="1" destOrd="0" presId="urn:microsoft.com/office/officeart/2008/layout/LinedList"/>
    <dgm:cxn modelId="{813EA883-A407-DF44-9F14-C00FFC8E64BC}" type="presParOf" srcId="{56E2A3C0-902C-AB45-96EF-0CD65525A67C}" destId="{6CCBD26D-C81A-234C-BA09-FD436AF5AD38}" srcOrd="4" destOrd="0" presId="urn:microsoft.com/office/officeart/2008/layout/LinedList"/>
    <dgm:cxn modelId="{6E89D0C6-1550-A54A-B723-6BD6483D5CF0}" type="presParOf" srcId="{56E2A3C0-902C-AB45-96EF-0CD65525A67C}" destId="{82EA7D63-8D10-8648-9803-35E434366F05}" srcOrd="5" destOrd="0" presId="urn:microsoft.com/office/officeart/2008/layout/LinedList"/>
    <dgm:cxn modelId="{D3CD87EA-704F-6441-A7BC-BB452BBEEB70}" type="presParOf" srcId="{82EA7D63-8D10-8648-9803-35E434366F05}" destId="{CF9B32CD-BBE2-0E4D-A8E4-03579D2391B8}" srcOrd="0" destOrd="0" presId="urn:microsoft.com/office/officeart/2008/layout/LinedList"/>
    <dgm:cxn modelId="{DAEC60AA-1420-D542-952F-5FE4EB67A095}" type="presParOf" srcId="{82EA7D63-8D10-8648-9803-35E434366F05}" destId="{277A6FCB-9B77-A74A-AD75-DD4A92DE6C5F}" srcOrd="1" destOrd="0" presId="urn:microsoft.com/office/officeart/2008/layout/LinedList"/>
    <dgm:cxn modelId="{1AD790A5-98B2-8941-9662-BBA8B7063C69}" type="presParOf" srcId="{56E2A3C0-902C-AB45-96EF-0CD65525A67C}" destId="{C7B969A7-A3B9-1744-AB8E-6B621FDD8AA2}" srcOrd="6" destOrd="0" presId="urn:microsoft.com/office/officeart/2008/layout/LinedList"/>
    <dgm:cxn modelId="{2F0A9B00-F15E-B34A-BA0C-778E128135C4}" type="presParOf" srcId="{56E2A3C0-902C-AB45-96EF-0CD65525A67C}" destId="{45AAFCDE-E40E-9949-99BF-2E04B53183FA}" srcOrd="7" destOrd="0" presId="urn:microsoft.com/office/officeart/2008/layout/LinedList"/>
    <dgm:cxn modelId="{3A129A5C-7AC4-7345-81B4-8436FDD5F0A0}" type="presParOf" srcId="{45AAFCDE-E40E-9949-99BF-2E04B53183FA}" destId="{9F5BB9EC-5173-9942-B9ED-818E2E89724E}" srcOrd="0" destOrd="0" presId="urn:microsoft.com/office/officeart/2008/layout/LinedList"/>
    <dgm:cxn modelId="{07FE88CF-328C-D84F-AD3A-D745123AE022}" type="presParOf" srcId="{45AAFCDE-E40E-9949-99BF-2E04B53183FA}" destId="{EF867116-F15D-0349-B772-22B0C386E09B}" srcOrd="1" destOrd="0" presId="urn:microsoft.com/office/officeart/2008/layout/LinedList"/>
    <dgm:cxn modelId="{8399B7D8-3A68-8445-9CAE-A2430C940605}" type="presParOf" srcId="{56E2A3C0-902C-AB45-96EF-0CD65525A67C}" destId="{0863928E-040C-594E-B18B-EC96DBF404E9}" srcOrd="8" destOrd="0" presId="urn:microsoft.com/office/officeart/2008/layout/LinedList"/>
    <dgm:cxn modelId="{3C195A17-FCA9-F946-83AD-669C6C5506ED}" type="presParOf" srcId="{56E2A3C0-902C-AB45-96EF-0CD65525A67C}" destId="{C592953A-ADCA-204D-B73B-C5D0E4B077E2}" srcOrd="9" destOrd="0" presId="urn:microsoft.com/office/officeart/2008/layout/LinedList"/>
    <dgm:cxn modelId="{0AFDFACE-61F9-144A-B889-C2E16D2079A1}" type="presParOf" srcId="{C592953A-ADCA-204D-B73B-C5D0E4B077E2}" destId="{D69DAA17-25C6-804A-A2F7-0F975FA046EE}" srcOrd="0" destOrd="0" presId="urn:microsoft.com/office/officeart/2008/layout/LinedList"/>
    <dgm:cxn modelId="{1EF4FAE0-C2B4-8048-B4DC-107B7180D460}" type="presParOf" srcId="{C592953A-ADCA-204D-B73B-C5D0E4B077E2}" destId="{7B0C9239-77F4-D642-ABDA-D17933533B2F}" srcOrd="1" destOrd="0" presId="urn:microsoft.com/office/officeart/2008/layout/LinedList"/>
    <dgm:cxn modelId="{CC34FD35-CDB9-734E-BFC0-2A9939304F4D}" type="presParOf" srcId="{56E2A3C0-902C-AB45-96EF-0CD65525A67C}" destId="{C0CBBD55-52C0-8F45-AE27-56792BB0EF68}" srcOrd="10" destOrd="0" presId="urn:microsoft.com/office/officeart/2008/layout/LinedList"/>
    <dgm:cxn modelId="{3D45C12E-BE69-EB45-967B-D64236067790}" type="presParOf" srcId="{56E2A3C0-902C-AB45-96EF-0CD65525A67C}" destId="{A3D67CFB-A73A-394B-B027-DB6AB972A7B6}" srcOrd="11" destOrd="0" presId="urn:microsoft.com/office/officeart/2008/layout/LinedList"/>
    <dgm:cxn modelId="{2A72EC95-2710-324B-933F-C542B72CB2E4}" type="presParOf" srcId="{A3D67CFB-A73A-394B-B027-DB6AB972A7B6}" destId="{81294F76-60EB-594F-9A2C-3C386D530CE1}" srcOrd="0" destOrd="0" presId="urn:microsoft.com/office/officeart/2008/layout/LinedList"/>
    <dgm:cxn modelId="{840B8973-EBAE-9A4A-B50E-B849ABDD6C5A}" type="presParOf" srcId="{A3D67CFB-A73A-394B-B027-DB6AB972A7B6}" destId="{792C2D2F-8CF7-F44A-A253-F0838981FB1C}" srcOrd="1" destOrd="0" presId="urn:microsoft.com/office/officeart/2008/layout/LinedList"/>
    <dgm:cxn modelId="{9D7C8D7B-68A2-CC4D-BECD-86BB17DEB4F1}" type="presParOf" srcId="{56E2A3C0-902C-AB45-96EF-0CD65525A67C}" destId="{D3931068-04D1-0A40-8540-34941A89B360}" srcOrd="12" destOrd="0" presId="urn:microsoft.com/office/officeart/2008/layout/LinedList"/>
    <dgm:cxn modelId="{21215590-5D49-8D4E-9196-EAFEA72D2B64}" type="presParOf" srcId="{56E2A3C0-902C-AB45-96EF-0CD65525A67C}" destId="{DB865A19-D64B-6A41-85D8-E01043F20426}" srcOrd="13" destOrd="0" presId="urn:microsoft.com/office/officeart/2008/layout/LinedList"/>
    <dgm:cxn modelId="{85B72329-1786-E140-BCC1-06B6F40A1946}" type="presParOf" srcId="{DB865A19-D64B-6A41-85D8-E01043F20426}" destId="{5217CC81-665E-1D4B-A346-487CB58CF8F5}" srcOrd="0" destOrd="0" presId="urn:microsoft.com/office/officeart/2008/layout/LinedList"/>
    <dgm:cxn modelId="{96F3FB3A-C2C5-D44B-ABF2-21E846EDB360}" type="presParOf" srcId="{DB865A19-D64B-6A41-85D8-E01043F20426}" destId="{2ABF82CC-098E-5A4F-AAD7-647D48DDE63D}" srcOrd="1" destOrd="0" presId="urn:microsoft.com/office/officeart/2008/layout/LinedList"/>
    <dgm:cxn modelId="{EBC2416A-6D32-3D48-B7F2-804C730213D1}" type="presParOf" srcId="{56E2A3C0-902C-AB45-96EF-0CD65525A67C}" destId="{37FD967C-AB64-E14F-B396-3BFFBDF935CA}" srcOrd="14" destOrd="0" presId="urn:microsoft.com/office/officeart/2008/layout/LinedList"/>
    <dgm:cxn modelId="{BB922F81-6212-C842-B307-E21CD69CEF3B}" type="presParOf" srcId="{56E2A3C0-902C-AB45-96EF-0CD65525A67C}" destId="{B676ECAA-ABE2-0142-A012-37D7947C0EA3}" srcOrd="15" destOrd="0" presId="urn:microsoft.com/office/officeart/2008/layout/LinedList"/>
    <dgm:cxn modelId="{2ACAF3EE-0BC7-A241-BB53-3ECED5909ADF}" type="presParOf" srcId="{B676ECAA-ABE2-0142-A012-37D7947C0EA3}" destId="{E353DCC8-1612-BF49-AE7B-569E14595313}" srcOrd="0" destOrd="0" presId="urn:microsoft.com/office/officeart/2008/layout/LinedList"/>
    <dgm:cxn modelId="{F95D0EE5-5BCD-7041-928D-ABAB196E8FF2}" type="presParOf" srcId="{B676ECAA-ABE2-0142-A012-37D7947C0EA3}" destId="{5BF3D712-FA0D-2846-8341-36FFEB48D1F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D751FA-1853-4C29-91A2-B4A9BFF4110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34DE579-CD75-4D8C-B68E-9CB9165332D3}">
      <dgm:prSet custT="1"/>
      <dgm:spPr/>
      <dgm:t>
        <a:bodyPr/>
        <a:lstStyle/>
        <a:p>
          <a:r>
            <a:rPr lang="en-US" sz="2400" b="1" dirty="0">
              <a:latin typeface="Calibri" panose="020F0502020204030204" pitchFamily="34" charset="0"/>
              <a:cs typeface="Calibri" panose="020F0502020204030204" pitchFamily="34" charset="0"/>
            </a:rPr>
            <a:t>Project Objective:</a:t>
          </a:r>
          <a:endParaRPr lang="en-US" sz="2400" dirty="0">
            <a:latin typeface="Calibri" panose="020F0502020204030204" pitchFamily="34" charset="0"/>
            <a:cs typeface="Calibri" panose="020F0502020204030204" pitchFamily="34" charset="0"/>
          </a:endParaRPr>
        </a:p>
      </dgm:t>
    </dgm:pt>
    <dgm:pt modelId="{049126EB-47B9-434F-AC63-B7A7EADEC157}" type="par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8CB7D696-C90D-47EE-A096-FBA5CE753347}" type="sibTrans" cxnId="{2B6CD13D-5B0E-4BD0-8738-4D57531A7ED9}">
      <dgm:prSet/>
      <dgm:spPr/>
      <dgm:t>
        <a:bodyPr/>
        <a:lstStyle/>
        <a:p>
          <a:endParaRPr lang="en-US" sz="2400">
            <a:latin typeface="Calibri" panose="020F0502020204030204" pitchFamily="34" charset="0"/>
            <a:cs typeface="Calibri" panose="020F0502020204030204" pitchFamily="34" charset="0"/>
          </a:endParaRPr>
        </a:p>
      </dgm:t>
    </dgm:pt>
    <dgm:pt modelId="{1293268F-A11D-422C-B8D2-8B6624A1001D}">
      <dgm:prSet custT="1"/>
      <dgm:spPr/>
      <dgm:t>
        <a:bodyPr/>
        <a:lstStyle/>
        <a:p>
          <a:r>
            <a:rPr lang="en-IN" sz="2400" b="0" i="0" u="none" dirty="0"/>
            <a:t>This project aims to </a:t>
          </a:r>
          <a:r>
            <a:rPr lang="en-IN" sz="2400" b="0" i="0" u="none" dirty="0" err="1"/>
            <a:t>analyze</a:t>
          </a:r>
          <a:r>
            <a:rPr lang="en-IN" sz="2400" b="0" i="0" u="none"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dirty="0" err="1"/>
            <a:t>modeling</a:t>
          </a:r>
          <a:r>
            <a:rPr lang="en-IN" sz="2400" b="0" i="0" u="none" dirty="0"/>
            <a:t>.</a:t>
          </a:r>
          <a:endParaRPr lang="en-US" sz="2400" dirty="0">
            <a:latin typeface="Calibri" panose="020F0502020204030204" pitchFamily="34" charset="0"/>
            <a:cs typeface="Calibri" panose="020F0502020204030204" pitchFamily="34" charset="0"/>
          </a:endParaRPr>
        </a:p>
      </dgm:t>
    </dgm:pt>
    <dgm:pt modelId="{0F4F1EB6-5BFA-476D-A795-8BE444B71F2D}" type="par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02E0045B-35FB-4E95-9785-71AF979D6C31}" type="sibTrans" cxnId="{7ED96598-B149-46F3-AD18-980C3DB953C4}">
      <dgm:prSet/>
      <dgm:spPr/>
      <dgm:t>
        <a:bodyPr/>
        <a:lstStyle/>
        <a:p>
          <a:endParaRPr lang="en-US" sz="2400">
            <a:latin typeface="Calibri" panose="020F0502020204030204" pitchFamily="34" charset="0"/>
            <a:cs typeface="Calibri" panose="020F0502020204030204" pitchFamily="34" charset="0"/>
          </a:endParaRPr>
        </a:p>
      </dgm:t>
    </dgm:pt>
    <dgm:pt modelId="{154F66D9-BF91-4D7C-B4F5-BD669654D93F}">
      <dgm:prSet custT="1"/>
      <dgm:spPr/>
      <dgm:t>
        <a:bodyPr/>
        <a:lstStyle/>
        <a:p>
          <a:r>
            <a:rPr lang="en-US" sz="2400" b="1" dirty="0">
              <a:latin typeface="Calibri" panose="020F0502020204030204" pitchFamily="34" charset="0"/>
              <a:cs typeface="Calibri" panose="020F0502020204030204" pitchFamily="34" charset="0"/>
            </a:rPr>
            <a:t>Problem Statement:</a:t>
          </a:r>
          <a:endParaRPr lang="en-US" sz="2400" dirty="0">
            <a:latin typeface="Calibri" panose="020F0502020204030204" pitchFamily="34" charset="0"/>
            <a:cs typeface="Calibri" panose="020F0502020204030204" pitchFamily="34" charset="0"/>
          </a:endParaRPr>
        </a:p>
      </dgm:t>
    </dgm:pt>
    <dgm:pt modelId="{07E72944-4B34-4C34-A4E5-F20E851FE50F}" type="par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DFBB7903-F944-4CA5-8791-9A917F27D77B}" type="sibTrans" cxnId="{F53A7B98-6BBE-4545-8B83-BDAFE65FCB67}">
      <dgm:prSet/>
      <dgm:spPr/>
      <dgm:t>
        <a:bodyPr/>
        <a:lstStyle/>
        <a:p>
          <a:endParaRPr lang="en-US" sz="2400">
            <a:latin typeface="Calibri" panose="020F0502020204030204" pitchFamily="34" charset="0"/>
            <a:cs typeface="Calibri" panose="020F0502020204030204" pitchFamily="34" charset="0"/>
          </a:endParaRPr>
        </a:p>
      </dgm:t>
    </dgm:pt>
    <dgm:pt modelId="{5D266E1B-A5B5-42B3-851E-4FA86C2E7CFA}">
      <dgm:prSet custT="1"/>
      <dgm:spPr/>
      <dgm:t>
        <a:bodyPr/>
        <a:lstStyle/>
        <a:p>
          <a:r>
            <a:rPr lang="en-IN" sz="2400" b="0" i="0" u="none" dirty="0"/>
            <a:t>Lung cancer continues to be a major public health concern in the United States, with substantial variation in outcomes across counties and populations.</a:t>
          </a:r>
          <a:endParaRPr lang="en-US" sz="2400" dirty="0">
            <a:latin typeface="Calibri" panose="020F0502020204030204" pitchFamily="34" charset="0"/>
            <a:cs typeface="Calibri" panose="020F0502020204030204" pitchFamily="34" charset="0"/>
          </a:endParaRPr>
        </a:p>
      </dgm:t>
    </dgm:pt>
    <dgm:pt modelId="{74318E9B-7F62-4CC1-BC85-6A5280E9C7A7}" type="par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67E6E586-3194-467A-8DC5-7214CCA9BB83}" type="sibTrans" cxnId="{5CEFD331-E707-4D61-83B5-A08D2CF4DF58}">
      <dgm:prSet/>
      <dgm:spPr/>
      <dgm:t>
        <a:bodyPr/>
        <a:lstStyle/>
        <a:p>
          <a:endParaRPr lang="en-US" sz="2400">
            <a:latin typeface="Calibri" panose="020F0502020204030204" pitchFamily="34" charset="0"/>
            <a:cs typeface="Calibri" panose="020F0502020204030204" pitchFamily="34" charset="0"/>
          </a:endParaRPr>
        </a:p>
      </dgm:t>
    </dgm:pt>
    <dgm:pt modelId="{3B09BC48-5C0D-4642-8500-C5746A5457A2}" type="pres">
      <dgm:prSet presAssocID="{05D751FA-1853-4C29-91A2-B4A9BFF41105}" presName="vert0" presStyleCnt="0">
        <dgm:presLayoutVars>
          <dgm:dir/>
          <dgm:animOne val="branch"/>
          <dgm:animLvl val="lvl"/>
        </dgm:presLayoutVars>
      </dgm:prSet>
      <dgm:spPr/>
    </dgm:pt>
    <dgm:pt modelId="{6E5CCA18-6B74-B84D-ADFC-D370BF7E3AB4}" type="pres">
      <dgm:prSet presAssocID="{C34DE579-CD75-4D8C-B68E-9CB9165332D3}" presName="thickLine" presStyleLbl="alignNode1" presStyleIdx="0" presStyleCnt="4"/>
      <dgm:spPr/>
    </dgm:pt>
    <dgm:pt modelId="{153E1B6E-32C7-5D42-A0EE-F59C5E19C260}" type="pres">
      <dgm:prSet presAssocID="{C34DE579-CD75-4D8C-B68E-9CB9165332D3}" presName="horz1" presStyleCnt="0"/>
      <dgm:spPr/>
    </dgm:pt>
    <dgm:pt modelId="{C361C86B-22D4-D84F-8050-4C78D9F70287}" type="pres">
      <dgm:prSet presAssocID="{C34DE579-CD75-4D8C-B68E-9CB9165332D3}" presName="tx1" presStyleLbl="revTx" presStyleIdx="0" presStyleCnt="4"/>
      <dgm:spPr/>
    </dgm:pt>
    <dgm:pt modelId="{412A7656-9CB9-454A-8A88-1038BF4E236B}" type="pres">
      <dgm:prSet presAssocID="{C34DE579-CD75-4D8C-B68E-9CB9165332D3}" presName="vert1" presStyleCnt="0"/>
      <dgm:spPr/>
    </dgm:pt>
    <dgm:pt modelId="{83D88A69-4BEB-424A-AE97-AC456EE5E185}" type="pres">
      <dgm:prSet presAssocID="{1293268F-A11D-422C-B8D2-8B6624A1001D}" presName="thickLine" presStyleLbl="alignNode1" presStyleIdx="1" presStyleCnt="4" custLinFactNeighborX="-44" custLinFactNeighborY="-53364"/>
      <dgm:spPr/>
    </dgm:pt>
    <dgm:pt modelId="{3B5103F9-E1DA-2842-9D7C-91F3867E6DC9}" type="pres">
      <dgm:prSet presAssocID="{1293268F-A11D-422C-B8D2-8B6624A1001D}" presName="horz1" presStyleCnt="0"/>
      <dgm:spPr/>
    </dgm:pt>
    <dgm:pt modelId="{21EF0A27-8572-594B-86C1-F001FDE0888A}" type="pres">
      <dgm:prSet presAssocID="{1293268F-A11D-422C-B8D2-8B6624A1001D}" presName="tx1" presStyleLbl="revTx" presStyleIdx="1" presStyleCnt="4" custScaleY="103638" custLinFactNeighborX="53" custLinFactNeighborY="-49045"/>
      <dgm:spPr/>
    </dgm:pt>
    <dgm:pt modelId="{93A77261-9276-F340-8125-65C8ED60D8A5}" type="pres">
      <dgm:prSet presAssocID="{1293268F-A11D-422C-B8D2-8B6624A1001D}" presName="vert1" presStyleCnt="0"/>
      <dgm:spPr/>
    </dgm:pt>
    <dgm:pt modelId="{2C56CBA3-D8CC-B844-BFA5-A9CC48587C8A}" type="pres">
      <dgm:prSet presAssocID="{154F66D9-BF91-4D7C-B4F5-BD669654D93F}" presName="thickLine" presStyleLbl="alignNode1" presStyleIdx="2" presStyleCnt="4" custLinFactNeighborX="-44" custLinFactNeighborY="38993"/>
      <dgm:spPr/>
    </dgm:pt>
    <dgm:pt modelId="{176AF7C8-75CB-584E-BF1F-B6C101EC5B64}" type="pres">
      <dgm:prSet presAssocID="{154F66D9-BF91-4D7C-B4F5-BD669654D93F}" presName="horz1" presStyleCnt="0"/>
      <dgm:spPr/>
    </dgm:pt>
    <dgm:pt modelId="{E503AE25-1AB2-6E40-B760-7B24DB0AF2BD}" type="pres">
      <dgm:prSet presAssocID="{154F66D9-BF91-4D7C-B4F5-BD669654D93F}" presName="tx1" presStyleLbl="revTx" presStyleIdx="2" presStyleCnt="4" custLinFactNeighborX="-44" custLinFactNeighborY="51443"/>
      <dgm:spPr/>
    </dgm:pt>
    <dgm:pt modelId="{46AAEF20-CFA5-4843-821B-AA6966B654BB}" type="pres">
      <dgm:prSet presAssocID="{154F66D9-BF91-4D7C-B4F5-BD669654D93F}" presName="vert1" presStyleCnt="0"/>
      <dgm:spPr/>
    </dgm:pt>
    <dgm:pt modelId="{7D4811BE-A0D3-194A-AED4-EEC5D43EED2B}" type="pres">
      <dgm:prSet presAssocID="{5D266E1B-A5B5-42B3-851E-4FA86C2E7CFA}" presName="thickLine" presStyleLbl="alignNode1" presStyleIdx="3" presStyleCnt="4" custLinFactNeighborX="-44" custLinFactNeighborY="-6346"/>
      <dgm:spPr/>
    </dgm:pt>
    <dgm:pt modelId="{3ECA0FE3-AB4C-5448-AE53-51F125BD08F3}" type="pres">
      <dgm:prSet presAssocID="{5D266E1B-A5B5-42B3-851E-4FA86C2E7CFA}" presName="horz1" presStyleCnt="0"/>
      <dgm:spPr/>
    </dgm:pt>
    <dgm:pt modelId="{0BF77C06-F3E7-3D47-9846-F275F3DD4B59}" type="pres">
      <dgm:prSet presAssocID="{5D266E1B-A5B5-42B3-851E-4FA86C2E7CFA}" presName="tx1" presStyleLbl="revTx" presStyleIdx="3" presStyleCnt="4" custLinFactNeighborX="-44" custLinFactNeighborY="96"/>
      <dgm:spPr/>
    </dgm:pt>
    <dgm:pt modelId="{A0027457-F418-C543-8BB9-B98BC1C259D8}" type="pres">
      <dgm:prSet presAssocID="{5D266E1B-A5B5-42B3-851E-4FA86C2E7CFA}" presName="vert1" presStyleCnt="0"/>
      <dgm:spPr/>
    </dgm:pt>
  </dgm:ptLst>
  <dgm:cxnLst>
    <dgm:cxn modelId="{5CEFD331-E707-4D61-83B5-A08D2CF4DF58}" srcId="{05D751FA-1853-4C29-91A2-B4A9BFF41105}" destId="{5D266E1B-A5B5-42B3-851E-4FA86C2E7CFA}" srcOrd="3" destOrd="0" parTransId="{74318E9B-7F62-4CC1-BC85-6A5280E9C7A7}" sibTransId="{67E6E586-3194-467A-8DC5-7214CCA9BB83}"/>
    <dgm:cxn modelId="{72215F33-D743-4042-B81E-BC8A69FFC8CD}" type="presOf" srcId="{1293268F-A11D-422C-B8D2-8B6624A1001D}" destId="{21EF0A27-8572-594B-86C1-F001FDE0888A}" srcOrd="0" destOrd="0" presId="urn:microsoft.com/office/officeart/2008/layout/LinedList"/>
    <dgm:cxn modelId="{2B6CD13D-5B0E-4BD0-8738-4D57531A7ED9}" srcId="{05D751FA-1853-4C29-91A2-B4A9BFF41105}" destId="{C34DE579-CD75-4D8C-B68E-9CB9165332D3}" srcOrd="0" destOrd="0" parTransId="{049126EB-47B9-434F-AC63-B7A7EADEC157}" sibTransId="{8CB7D696-C90D-47EE-A096-FBA5CE753347}"/>
    <dgm:cxn modelId="{99DFE245-5FFD-8849-A845-B1990573E24B}" type="presOf" srcId="{C34DE579-CD75-4D8C-B68E-9CB9165332D3}" destId="{C361C86B-22D4-D84F-8050-4C78D9F70287}" srcOrd="0" destOrd="0" presId="urn:microsoft.com/office/officeart/2008/layout/LinedList"/>
    <dgm:cxn modelId="{621DE371-98DF-EA46-9FC8-47005BF14D81}" type="presOf" srcId="{05D751FA-1853-4C29-91A2-B4A9BFF41105}" destId="{3B09BC48-5C0D-4642-8500-C5746A5457A2}" srcOrd="0" destOrd="0" presId="urn:microsoft.com/office/officeart/2008/layout/LinedList"/>
    <dgm:cxn modelId="{7ED96598-B149-46F3-AD18-980C3DB953C4}" srcId="{05D751FA-1853-4C29-91A2-B4A9BFF41105}" destId="{1293268F-A11D-422C-B8D2-8B6624A1001D}" srcOrd="1" destOrd="0" parTransId="{0F4F1EB6-5BFA-476D-A795-8BE444B71F2D}" sibTransId="{02E0045B-35FB-4E95-9785-71AF979D6C31}"/>
    <dgm:cxn modelId="{F53A7B98-6BBE-4545-8B83-BDAFE65FCB67}" srcId="{05D751FA-1853-4C29-91A2-B4A9BFF41105}" destId="{154F66D9-BF91-4D7C-B4F5-BD669654D93F}" srcOrd="2" destOrd="0" parTransId="{07E72944-4B34-4C34-A4E5-F20E851FE50F}" sibTransId="{DFBB7903-F944-4CA5-8791-9A917F27D77B}"/>
    <dgm:cxn modelId="{2D9F3EA9-F864-4345-BC69-B936E0BFD0D2}" type="presOf" srcId="{5D266E1B-A5B5-42B3-851E-4FA86C2E7CFA}" destId="{0BF77C06-F3E7-3D47-9846-F275F3DD4B59}" srcOrd="0" destOrd="0" presId="urn:microsoft.com/office/officeart/2008/layout/LinedList"/>
    <dgm:cxn modelId="{F1706AEC-1D32-0541-A075-1EE6160190C7}" type="presOf" srcId="{154F66D9-BF91-4D7C-B4F5-BD669654D93F}" destId="{E503AE25-1AB2-6E40-B760-7B24DB0AF2BD}" srcOrd="0" destOrd="0" presId="urn:microsoft.com/office/officeart/2008/layout/LinedList"/>
    <dgm:cxn modelId="{7A753566-F787-9D4E-BFA4-2FF02C4ADB27}" type="presParOf" srcId="{3B09BC48-5C0D-4642-8500-C5746A5457A2}" destId="{6E5CCA18-6B74-B84D-ADFC-D370BF7E3AB4}" srcOrd="0" destOrd="0" presId="urn:microsoft.com/office/officeart/2008/layout/LinedList"/>
    <dgm:cxn modelId="{8D6EC94C-FBE5-864D-A53A-AA3617D98C3B}" type="presParOf" srcId="{3B09BC48-5C0D-4642-8500-C5746A5457A2}" destId="{153E1B6E-32C7-5D42-A0EE-F59C5E19C260}" srcOrd="1" destOrd="0" presId="urn:microsoft.com/office/officeart/2008/layout/LinedList"/>
    <dgm:cxn modelId="{E3328AF1-4B49-3F43-AEF0-F2A8D9649349}" type="presParOf" srcId="{153E1B6E-32C7-5D42-A0EE-F59C5E19C260}" destId="{C361C86B-22D4-D84F-8050-4C78D9F70287}" srcOrd="0" destOrd="0" presId="urn:microsoft.com/office/officeart/2008/layout/LinedList"/>
    <dgm:cxn modelId="{CEA22EF5-17AF-1047-ADA0-D3F2A5CBD915}" type="presParOf" srcId="{153E1B6E-32C7-5D42-A0EE-F59C5E19C260}" destId="{412A7656-9CB9-454A-8A88-1038BF4E236B}" srcOrd="1" destOrd="0" presId="urn:microsoft.com/office/officeart/2008/layout/LinedList"/>
    <dgm:cxn modelId="{42A9F943-C323-0242-AD05-3622458B1A79}" type="presParOf" srcId="{3B09BC48-5C0D-4642-8500-C5746A5457A2}" destId="{83D88A69-4BEB-424A-AE97-AC456EE5E185}" srcOrd="2" destOrd="0" presId="urn:microsoft.com/office/officeart/2008/layout/LinedList"/>
    <dgm:cxn modelId="{0334BF3A-FDD3-9746-AD27-700BF27BFBFE}" type="presParOf" srcId="{3B09BC48-5C0D-4642-8500-C5746A5457A2}" destId="{3B5103F9-E1DA-2842-9D7C-91F3867E6DC9}" srcOrd="3" destOrd="0" presId="urn:microsoft.com/office/officeart/2008/layout/LinedList"/>
    <dgm:cxn modelId="{FE02441B-DE75-E14C-A0BD-A657E7F08E10}" type="presParOf" srcId="{3B5103F9-E1DA-2842-9D7C-91F3867E6DC9}" destId="{21EF0A27-8572-594B-86C1-F001FDE0888A}" srcOrd="0" destOrd="0" presId="urn:microsoft.com/office/officeart/2008/layout/LinedList"/>
    <dgm:cxn modelId="{B22A3BD4-1143-E140-A517-4A707D621D1D}" type="presParOf" srcId="{3B5103F9-E1DA-2842-9D7C-91F3867E6DC9}" destId="{93A77261-9276-F340-8125-65C8ED60D8A5}" srcOrd="1" destOrd="0" presId="urn:microsoft.com/office/officeart/2008/layout/LinedList"/>
    <dgm:cxn modelId="{5DE6E06C-0CF3-B444-BE7D-026695A30271}" type="presParOf" srcId="{3B09BC48-5C0D-4642-8500-C5746A5457A2}" destId="{2C56CBA3-D8CC-B844-BFA5-A9CC48587C8A}" srcOrd="4" destOrd="0" presId="urn:microsoft.com/office/officeart/2008/layout/LinedList"/>
    <dgm:cxn modelId="{39F62FDB-EF9D-3344-8D19-1EE64E93737D}" type="presParOf" srcId="{3B09BC48-5C0D-4642-8500-C5746A5457A2}" destId="{176AF7C8-75CB-584E-BF1F-B6C101EC5B64}" srcOrd="5" destOrd="0" presId="urn:microsoft.com/office/officeart/2008/layout/LinedList"/>
    <dgm:cxn modelId="{94E48EFF-4438-C643-8CE5-5DAE6F63698D}" type="presParOf" srcId="{176AF7C8-75CB-584E-BF1F-B6C101EC5B64}" destId="{E503AE25-1AB2-6E40-B760-7B24DB0AF2BD}" srcOrd="0" destOrd="0" presId="urn:microsoft.com/office/officeart/2008/layout/LinedList"/>
    <dgm:cxn modelId="{8617184C-DC49-3142-99D1-354D4651D1F7}" type="presParOf" srcId="{176AF7C8-75CB-584E-BF1F-B6C101EC5B64}" destId="{46AAEF20-CFA5-4843-821B-AA6966B654BB}" srcOrd="1" destOrd="0" presId="urn:microsoft.com/office/officeart/2008/layout/LinedList"/>
    <dgm:cxn modelId="{04416D6C-77F9-4746-ABDE-24CF9268B806}" type="presParOf" srcId="{3B09BC48-5C0D-4642-8500-C5746A5457A2}" destId="{7D4811BE-A0D3-194A-AED4-EEC5D43EED2B}" srcOrd="6" destOrd="0" presId="urn:microsoft.com/office/officeart/2008/layout/LinedList"/>
    <dgm:cxn modelId="{8927BD44-B983-274C-AA9F-6479D03BBB3B}" type="presParOf" srcId="{3B09BC48-5C0D-4642-8500-C5746A5457A2}" destId="{3ECA0FE3-AB4C-5448-AE53-51F125BD08F3}" srcOrd="7" destOrd="0" presId="urn:microsoft.com/office/officeart/2008/layout/LinedList"/>
    <dgm:cxn modelId="{F6AA253C-231F-8249-9585-CFB01E98D879}" type="presParOf" srcId="{3ECA0FE3-AB4C-5448-AE53-51F125BD08F3}" destId="{0BF77C06-F3E7-3D47-9846-F275F3DD4B59}" srcOrd="0" destOrd="0" presId="urn:microsoft.com/office/officeart/2008/layout/LinedList"/>
    <dgm:cxn modelId="{9D129FF1-9BC6-594C-A1B9-665521CB73CA}" type="presParOf" srcId="{3ECA0FE3-AB4C-5448-AE53-51F125BD08F3}" destId="{A0027457-F418-C543-8BB9-B98BC1C259D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DAC9C5-F90D-4B70-88BF-C798B36FB40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84E9C1-32C6-3C42-A3F6-5592AD79EAAA}">
      <dgm:prSet/>
      <dgm:spPr/>
      <dgm:t>
        <a:bodyPr/>
        <a:lstStyle/>
        <a:p>
          <a:pPr>
            <a:lnSpc>
              <a:spcPct val="100000"/>
            </a:lnSpc>
          </a:pPr>
          <a:r>
            <a:rPr lang="en-IN"/>
            <a:t>The dataset contains aggregated, county-level lung cancer incidence and mortality records across the United States, with each observation representing a county for a given year.</a:t>
          </a:r>
        </a:p>
      </dgm:t>
    </dgm:pt>
    <dgm:pt modelId="{590F8FD2-551A-5A45-BED6-B711EE4B2A55}" type="parTrans" cxnId="{29E93920-CD74-194C-B976-29E8B06A9D29}">
      <dgm:prSet/>
      <dgm:spPr/>
      <dgm:t>
        <a:bodyPr/>
        <a:lstStyle/>
        <a:p>
          <a:endParaRPr lang="en-GB"/>
        </a:p>
      </dgm:t>
    </dgm:pt>
    <dgm:pt modelId="{E28BF37F-4824-C44F-9F0C-B03B8146CE32}" type="sibTrans" cxnId="{29E93920-CD74-194C-B976-29E8B06A9D29}">
      <dgm:prSet/>
      <dgm:spPr/>
      <dgm:t>
        <a:bodyPr/>
        <a:lstStyle/>
        <a:p>
          <a:endParaRPr lang="en-GB"/>
        </a:p>
      </dgm:t>
    </dgm:pt>
    <dgm:pt modelId="{8BAA8B6B-1EE3-E14B-B3D8-B78DED23A611}">
      <dgm:prSet/>
      <dgm:spPr/>
      <dgm:t>
        <a:bodyPr/>
        <a:lstStyle/>
        <a:p>
          <a:pPr>
            <a:lnSpc>
              <a:spcPct val="100000"/>
            </a:lnSpc>
          </a:pPr>
          <a:r>
            <a:rPr lang="en-IN" dirty="0"/>
            <a:t>Variables include cancer outcome measures, geographic identifiers, and selected </a:t>
          </a:r>
          <a:r>
            <a:rPr lang="en-IN" dirty="0" err="1"/>
            <a:t>behavioral</a:t>
          </a:r>
          <a:r>
            <a:rPr lang="en-IN" dirty="0"/>
            <a:t> risk indicators such as smoking prevalence.</a:t>
          </a:r>
        </a:p>
      </dgm:t>
    </dgm:pt>
    <dgm:pt modelId="{90F1AACD-46BE-0243-A4CF-AF84EB44BA75}" type="parTrans" cxnId="{ED0B39EF-EE20-5E4F-8D6E-6512C6D1E49D}">
      <dgm:prSet/>
      <dgm:spPr/>
      <dgm:t>
        <a:bodyPr/>
        <a:lstStyle/>
        <a:p>
          <a:endParaRPr lang="en-GB"/>
        </a:p>
      </dgm:t>
    </dgm:pt>
    <dgm:pt modelId="{D6B14C3D-3968-9340-AA5B-04B861A7BEAC}" type="sibTrans" cxnId="{ED0B39EF-EE20-5E4F-8D6E-6512C6D1E49D}">
      <dgm:prSet/>
      <dgm:spPr/>
      <dgm:t>
        <a:bodyPr/>
        <a:lstStyle/>
        <a:p>
          <a:endParaRPr lang="en-GB"/>
        </a:p>
      </dgm:t>
    </dgm:pt>
    <dgm:pt modelId="{24C9C0DB-6413-5946-9B80-FE00F3179BCE}">
      <dgm:prSet/>
      <dgm:spPr/>
      <dgm:t>
        <a:bodyPr/>
        <a:lstStyle/>
        <a:p>
          <a:pPr>
            <a:lnSpc>
              <a:spcPct val="100000"/>
            </a:lnSpc>
          </a:pPr>
          <a:r>
            <a:rPr lang="en-IN"/>
            <a:t>All data were obtained from publicly available government sources and provided in CSV (.csv) format for statistical and regression analysis.</a:t>
          </a:r>
        </a:p>
      </dgm:t>
    </dgm:pt>
    <dgm:pt modelId="{7C675344-B9CD-8846-860F-09E1ED4F6C57}" type="parTrans" cxnId="{8AB55417-ACF7-9C4A-B9A4-181C38BE5C10}">
      <dgm:prSet/>
      <dgm:spPr/>
      <dgm:t>
        <a:bodyPr/>
        <a:lstStyle/>
        <a:p>
          <a:endParaRPr lang="en-GB"/>
        </a:p>
      </dgm:t>
    </dgm:pt>
    <dgm:pt modelId="{AAEC387E-8850-D24B-B695-2DD035BA55BC}" type="sibTrans" cxnId="{8AB55417-ACF7-9C4A-B9A4-181C38BE5C10}">
      <dgm:prSet/>
      <dgm:spPr/>
      <dgm:t>
        <a:bodyPr/>
        <a:lstStyle/>
        <a:p>
          <a:endParaRPr lang="en-GB"/>
        </a:p>
      </dgm:t>
    </dgm:pt>
    <dgm:pt modelId="{390F53E7-60FC-4083-A10A-03E7A93DBE38}" type="pres">
      <dgm:prSet presAssocID="{FFDAC9C5-F90D-4B70-88BF-C798B36FB407}" presName="root" presStyleCnt="0">
        <dgm:presLayoutVars>
          <dgm:dir/>
          <dgm:resizeHandles val="exact"/>
        </dgm:presLayoutVars>
      </dgm:prSet>
      <dgm:spPr/>
    </dgm:pt>
    <dgm:pt modelId="{DF639359-F1C7-4C99-A62C-319BF806B7F6}" type="pres">
      <dgm:prSet presAssocID="{2584E9C1-32C6-3C42-A3F6-5592AD79EAAA}" presName="compNode" presStyleCnt="0"/>
      <dgm:spPr/>
    </dgm:pt>
    <dgm:pt modelId="{155EC573-866C-4BDD-B039-10A566EF23CC}" type="pres">
      <dgm:prSet presAssocID="{2584E9C1-32C6-3C42-A3F6-5592AD79EAAA}" presName="bgRect" presStyleLbl="bgShp" presStyleIdx="0" presStyleCnt="3"/>
      <dgm:spPr/>
    </dgm:pt>
    <dgm:pt modelId="{E8A1381B-6D62-4C77-8A23-E0667997C0BE}" type="pres">
      <dgm:prSet presAssocID="{2584E9C1-32C6-3C42-A3F6-5592AD79EA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ungs"/>
        </a:ext>
      </dgm:extLst>
    </dgm:pt>
    <dgm:pt modelId="{2A13E0B0-1080-4AAB-B683-EC79518B2184}" type="pres">
      <dgm:prSet presAssocID="{2584E9C1-32C6-3C42-A3F6-5592AD79EAAA}" presName="spaceRect" presStyleCnt="0"/>
      <dgm:spPr/>
    </dgm:pt>
    <dgm:pt modelId="{0062995A-AD2A-42F4-A33D-EFC4451F845A}" type="pres">
      <dgm:prSet presAssocID="{2584E9C1-32C6-3C42-A3F6-5592AD79EAAA}" presName="parTx" presStyleLbl="revTx" presStyleIdx="0" presStyleCnt="3">
        <dgm:presLayoutVars>
          <dgm:chMax val="0"/>
          <dgm:chPref val="0"/>
        </dgm:presLayoutVars>
      </dgm:prSet>
      <dgm:spPr/>
    </dgm:pt>
    <dgm:pt modelId="{92B17324-B907-4CC0-9086-2DA2F04964A6}" type="pres">
      <dgm:prSet presAssocID="{E28BF37F-4824-C44F-9F0C-B03B8146CE32}" presName="sibTrans" presStyleCnt="0"/>
      <dgm:spPr/>
    </dgm:pt>
    <dgm:pt modelId="{A4062D4B-0E34-4840-98C3-174CB8BBABF5}" type="pres">
      <dgm:prSet presAssocID="{8BAA8B6B-1EE3-E14B-B3D8-B78DED23A611}" presName="compNode" presStyleCnt="0"/>
      <dgm:spPr/>
    </dgm:pt>
    <dgm:pt modelId="{E038A883-8BA5-4EED-A4CB-FEE260476C33}" type="pres">
      <dgm:prSet presAssocID="{8BAA8B6B-1EE3-E14B-B3D8-B78DED23A611}" presName="bgRect" presStyleLbl="bgShp" presStyleIdx="1" presStyleCnt="3"/>
      <dgm:spPr/>
    </dgm:pt>
    <dgm:pt modelId="{8D8AF4CD-48D0-47E9-B314-E941B2539ADF}" type="pres">
      <dgm:prSet presAssocID="{8BAA8B6B-1EE3-E14B-B3D8-B78DED23A6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 Smoking"/>
        </a:ext>
      </dgm:extLst>
    </dgm:pt>
    <dgm:pt modelId="{1816D416-A449-4F69-A7B5-F892F19E854C}" type="pres">
      <dgm:prSet presAssocID="{8BAA8B6B-1EE3-E14B-B3D8-B78DED23A611}" presName="spaceRect" presStyleCnt="0"/>
      <dgm:spPr/>
    </dgm:pt>
    <dgm:pt modelId="{52602562-6B0E-4F0F-ACD3-D734E6F19E5B}" type="pres">
      <dgm:prSet presAssocID="{8BAA8B6B-1EE3-E14B-B3D8-B78DED23A611}" presName="parTx" presStyleLbl="revTx" presStyleIdx="1" presStyleCnt="3">
        <dgm:presLayoutVars>
          <dgm:chMax val="0"/>
          <dgm:chPref val="0"/>
        </dgm:presLayoutVars>
      </dgm:prSet>
      <dgm:spPr/>
    </dgm:pt>
    <dgm:pt modelId="{2DCEEF17-6879-4F44-B3E8-498638C540BE}" type="pres">
      <dgm:prSet presAssocID="{D6B14C3D-3968-9340-AA5B-04B861A7BEAC}" presName="sibTrans" presStyleCnt="0"/>
      <dgm:spPr/>
    </dgm:pt>
    <dgm:pt modelId="{95CF1678-96FE-4285-94F7-E6AB1484F1BE}" type="pres">
      <dgm:prSet presAssocID="{24C9C0DB-6413-5946-9B80-FE00F3179BCE}" presName="compNode" presStyleCnt="0"/>
      <dgm:spPr/>
    </dgm:pt>
    <dgm:pt modelId="{CB40DD24-4FED-4BC0-ADE7-6ADA92E83CCE}" type="pres">
      <dgm:prSet presAssocID="{24C9C0DB-6413-5946-9B80-FE00F3179BCE}" presName="bgRect" presStyleLbl="bgShp" presStyleIdx="2" presStyleCnt="3"/>
      <dgm:spPr/>
    </dgm:pt>
    <dgm:pt modelId="{F37BFE8A-7E46-427D-A9E7-0E81A1AB705A}" type="pres">
      <dgm:prSet presAssocID="{24C9C0DB-6413-5946-9B80-FE00F3179B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200E392D-79A6-490B-AEF9-1DFD29437C52}" type="pres">
      <dgm:prSet presAssocID="{24C9C0DB-6413-5946-9B80-FE00F3179BCE}" presName="spaceRect" presStyleCnt="0"/>
      <dgm:spPr/>
    </dgm:pt>
    <dgm:pt modelId="{9D8CA1CC-0B4D-4A85-B0D8-5163D3F4A85F}" type="pres">
      <dgm:prSet presAssocID="{24C9C0DB-6413-5946-9B80-FE00F3179BCE}" presName="parTx" presStyleLbl="revTx" presStyleIdx="2" presStyleCnt="3">
        <dgm:presLayoutVars>
          <dgm:chMax val="0"/>
          <dgm:chPref val="0"/>
        </dgm:presLayoutVars>
      </dgm:prSet>
      <dgm:spPr/>
    </dgm:pt>
  </dgm:ptLst>
  <dgm:cxnLst>
    <dgm:cxn modelId="{8AB55417-ACF7-9C4A-B9A4-181C38BE5C10}" srcId="{FFDAC9C5-F90D-4B70-88BF-C798B36FB407}" destId="{24C9C0DB-6413-5946-9B80-FE00F3179BCE}" srcOrd="2" destOrd="0" parTransId="{7C675344-B9CD-8846-860F-09E1ED4F6C57}" sibTransId="{AAEC387E-8850-D24B-B695-2DD035BA55BC}"/>
    <dgm:cxn modelId="{29E93920-CD74-194C-B976-29E8B06A9D29}" srcId="{FFDAC9C5-F90D-4B70-88BF-C798B36FB407}" destId="{2584E9C1-32C6-3C42-A3F6-5592AD79EAAA}" srcOrd="0" destOrd="0" parTransId="{590F8FD2-551A-5A45-BED6-B711EE4B2A55}" sibTransId="{E28BF37F-4824-C44F-9F0C-B03B8146CE32}"/>
    <dgm:cxn modelId="{00615732-C2FF-F148-BC3B-D58E6DFFE4A7}" type="presOf" srcId="{8BAA8B6B-1EE3-E14B-B3D8-B78DED23A611}" destId="{52602562-6B0E-4F0F-ACD3-D734E6F19E5B}" srcOrd="0" destOrd="0" presId="urn:microsoft.com/office/officeart/2018/2/layout/IconVerticalSolidList"/>
    <dgm:cxn modelId="{3399564C-ABBB-5F41-A703-FBBD9B0715FD}" type="presOf" srcId="{FFDAC9C5-F90D-4B70-88BF-C798B36FB407}" destId="{390F53E7-60FC-4083-A10A-03E7A93DBE38}" srcOrd="0" destOrd="0" presId="urn:microsoft.com/office/officeart/2018/2/layout/IconVerticalSolidList"/>
    <dgm:cxn modelId="{7DF0D770-6A83-7141-B3EB-8D61E55A1E23}" type="presOf" srcId="{24C9C0DB-6413-5946-9B80-FE00F3179BCE}" destId="{9D8CA1CC-0B4D-4A85-B0D8-5163D3F4A85F}" srcOrd="0" destOrd="0" presId="urn:microsoft.com/office/officeart/2018/2/layout/IconVerticalSolidList"/>
    <dgm:cxn modelId="{C861D693-90DC-FD41-B555-D4E633682B41}" type="presOf" srcId="{2584E9C1-32C6-3C42-A3F6-5592AD79EAAA}" destId="{0062995A-AD2A-42F4-A33D-EFC4451F845A}" srcOrd="0" destOrd="0" presId="urn:microsoft.com/office/officeart/2018/2/layout/IconVerticalSolidList"/>
    <dgm:cxn modelId="{ED0B39EF-EE20-5E4F-8D6E-6512C6D1E49D}" srcId="{FFDAC9C5-F90D-4B70-88BF-C798B36FB407}" destId="{8BAA8B6B-1EE3-E14B-B3D8-B78DED23A611}" srcOrd="1" destOrd="0" parTransId="{90F1AACD-46BE-0243-A4CF-AF84EB44BA75}" sibTransId="{D6B14C3D-3968-9340-AA5B-04B861A7BEAC}"/>
    <dgm:cxn modelId="{7A46D06B-8DF2-3241-AB64-EAC2430AC425}" type="presParOf" srcId="{390F53E7-60FC-4083-A10A-03E7A93DBE38}" destId="{DF639359-F1C7-4C99-A62C-319BF806B7F6}" srcOrd="0" destOrd="0" presId="urn:microsoft.com/office/officeart/2018/2/layout/IconVerticalSolidList"/>
    <dgm:cxn modelId="{93D2B243-661D-774A-9D50-110EE4BACC82}" type="presParOf" srcId="{DF639359-F1C7-4C99-A62C-319BF806B7F6}" destId="{155EC573-866C-4BDD-B039-10A566EF23CC}" srcOrd="0" destOrd="0" presId="urn:microsoft.com/office/officeart/2018/2/layout/IconVerticalSolidList"/>
    <dgm:cxn modelId="{501736E6-60B9-E645-9860-5F1AACE0BD4E}" type="presParOf" srcId="{DF639359-F1C7-4C99-A62C-319BF806B7F6}" destId="{E8A1381B-6D62-4C77-8A23-E0667997C0BE}" srcOrd="1" destOrd="0" presId="urn:microsoft.com/office/officeart/2018/2/layout/IconVerticalSolidList"/>
    <dgm:cxn modelId="{B2861C80-3467-E242-B970-7DBDE888EDF8}" type="presParOf" srcId="{DF639359-F1C7-4C99-A62C-319BF806B7F6}" destId="{2A13E0B0-1080-4AAB-B683-EC79518B2184}" srcOrd="2" destOrd="0" presId="urn:microsoft.com/office/officeart/2018/2/layout/IconVerticalSolidList"/>
    <dgm:cxn modelId="{04A9DDC5-8C20-5745-83AE-4BCBBA3C1B55}" type="presParOf" srcId="{DF639359-F1C7-4C99-A62C-319BF806B7F6}" destId="{0062995A-AD2A-42F4-A33D-EFC4451F845A}" srcOrd="3" destOrd="0" presId="urn:microsoft.com/office/officeart/2018/2/layout/IconVerticalSolidList"/>
    <dgm:cxn modelId="{D84D4A31-EECB-504E-8822-F515722579F7}" type="presParOf" srcId="{390F53E7-60FC-4083-A10A-03E7A93DBE38}" destId="{92B17324-B907-4CC0-9086-2DA2F04964A6}" srcOrd="1" destOrd="0" presId="urn:microsoft.com/office/officeart/2018/2/layout/IconVerticalSolidList"/>
    <dgm:cxn modelId="{F559B2C0-C691-CE4E-BBB6-B55976E22859}" type="presParOf" srcId="{390F53E7-60FC-4083-A10A-03E7A93DBE38}" destId="{A4062D4B-0E34-4840-98C3-174CB8BBABF5}" srcOrd="2" destOrd="0" presId="urn:microsoft.com/office/officeart/2018/2/layout/IconVerticalSolidList"/>
    <dgm:cxn modelId="{B77088D1-501E-1640-86C9-C045ADED43C9}" type="presParOf" srcId="{A4062D4B-0E34-4840-98C3-174CB8BBABF5}" destId="{E038A883-8BA5-4EED-A4CB-FEE260476C33}" srcOrd="0" destOrd="0" presId="urn:microsoft.com/office/officeart/2018/2/layout/IconVerticalSolidList"/>
    <dgm:cxn modelId="{D5F694EB-2E58-FE44-A44F-D5D46FA4973D}" type="presParOf" srcId="{A4062D4B-0E34-4840-98C3-174CB8BBABF5}" destId="{8D8AF4CD-48D0-47E9-B314-E941B2539ADF}" srcOrd="1" destOrd="0" presId="urn:microsoft.com/office/officeart/2018/2/layout/IconVerticalSolidList"/>
    <dgm:cxn modelId="{0842DB51-50E9-CF4E-8392-B835A623026A}" type="presParOf" srcId="{A4062D4B-0E34-4840-98C3-174CB8BBABF5}" destId="{1816D416-A449-4F69-A7B5-F892F19E854C}" srcOrd="2" destOrd="0" presId="urn:microsoft.com/office/officeart/2018/2/layout/IconVerticalSolidList"/>
    <dgm:cxn modelId="{AF807C21-70D4-A34E-BAFC-25757DE68B9B}" type="presParOf" srcId="{A4062D4B-0E34-4840-98C3-174CB8BBABF5}" destId="{52602562-6B0E-4F0F-ACD3-D734E6F19E5B}" srcOrd="3" destOrd="0" presId="urn:microsoft.com/office/officeart/2018/2/layout/IconVerticalSolidList"/>
    <dgm:cxn modelId="{C0D8A269-68C6-054D-9DA8-DE19FF14326D}" type="presParOf" srcId="{390F53E7-60FC-4083-A10A-03E7A93DBE38}" destId="{2DCEEF17-6879-4F44-B3E8-498638C540BE}" srcOrd="3" destOrd="0" presId="urn:microsoft.com/office/officeart/2018/2/layout/IconVerticalSolidList"/>
    <dgm:cxn modelId="{9EDA940D-DCFB-2846-823F-F61BADB4B36E}" type="presParOf" srcId="{390F53E7-60FC-4083-A10A-03E7A93DBE38}" destId="{95CF1678-96FE-4285-94F7-E6AB1484F1BE}" srcOrd="4" destOrd="0" presId="urn:microsoft.com/office/officeart/2018/2/layout/IconVerticalSolidList"/>
    <dgm:cxn modelId="{01219927-C763-1A42-A820-D49522C14E7D}" type="presParOf" srcId="{95CF1678-96FE-4285-94F7-E6AB1484F1BE}" destId="{CB40DD24-4FED-4BC0-ADE7-6ADA92E83CCE}" srcOrd="0" destOrd="0" presId="urn:microsoft.com/office/officeart/2018/2/layout/IconVerticalSolidList"/>
    <dgm:cxn modelId="{B80CC564-705F-E546-9CFF-69A6A4EBD8B6}" type="presParOf" srcId="{95CF1678-96FE-4285-94F7-E6AB1484F1BE}" destId="{F37BFE8A-7E46-427D-A9E7-0E81A1AB705A}" srcOrd="1" destOrd="0" presId="urn:microsoft.com/office/officeart/2018/2/layout/IconVerticalSolidList"/>
    <dgm:cxn modelId="{590DAA99-4B75-C24B-8158-D36AA44DD0DE}" type="presParOf" srcId="{95CF1678-96FE-4285-94F7-E6AB1484F1BE}" destId="{200E392D-79A6-490B-AEF9-1DFD29437C52}" srcOrd="2" destOrd="0" presId="urn:microsoft.com/office/officeart/2018/2/layout/IconVerticalSolidList"/>
    <dgm:cxn modelId="{A300F37B-6EA3-2D4C-991D-F2E2690C45C5}" type="presParOf" srcId="{95CF1678-96FE-4285-94F7-E6AB1484F1BE}" destId="{9D8CA1CC-0B4D-4A85-B0D8-5163D3F4A85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C5CF4A-BFAE-406F-8319-43EEF746C9E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F45DFE-644D-4867-AD6D-F0718DA9121E}">
      <dgm:prSet/>
      <dgm:spPr/>
      <dgm:t>
        <a:bodyPr/>
        <a:lstStyle/>
        <a:p>
          <a:r>
            <a:rPr lang="en-IN"/>
            <a:t>Data were collected from official U.S. cancer surveillance systems.</a:t>
          </a:r>
          <a:endParaRPr lang="en-US"/>
        </a:p>
      </dgm:t>
    </dgm:pt>
    <dgm:pt modelId="{A8A93095-4715-4EDC-BA7F-90A887E06009}" type="parTrans" cxnId="{C606D269-30F7-4555-8E06-C7D14B1C0C18}">
      <dgm:prSet/>
      <dgm:spPr/>
      <dgm:t>
        <a:bodyPr/>
        <a:lstStyle/>
        <a:p>
          <a:endParaRPr lang="en-US"/>
        </a:p>
      </dgm:t>
    </dgm:pt>
    <dgm:pt modelId="{16CA1BF2-625C-4C51-A475-4F8FB7689FEC}" type="sibTrans" cxnId="{C606D269-30F7-4555-8E06-C7D14B1C0C18}">
      <dgm:prSet/>
      <dgm:spPr/>
      <dgm:t>
        <a:bodyPr/>
        <a:lstStyle/>
        <a:p>
          <a:endParaRPr lang="en-US"/>
        </a:p>
      </dgm:t>
    </dgm:pt>
    <dgm:pt modelId="{46C18D68-4265-4FF4-91F6-88E30D1D9EEF}">
      <dgm:prSet/>
      <dgm:spPr/>
      <dgm:t>
        <a:bodyPr/>
        <a:lstStyle/>
        <a:p>
          <a:r>
            <a:rPr lang="en-IN"/>
            <a:t>County-level datasets were downloaded directly from public data portals.</a:t>
          </a:r>
          <a:endParaRPr lang="en-US"/>
        </a:p>
      </dgm:t>
    </dgm:pt>
    <dgm:pt modelId="{FF35ADFA-542E-48AB-9550-9A01B3DDFCB8}" type="parTrans" cxnId="{9E5D8C78-B892-4CA8-A086-CAF3FB977A37}">
      <dgm:prSet/>
      <dgm:spPr/>
      <dgm:t>
        <a:bodyPr/>
        <a:lstStyle/>
        <a:p>
          <a:endParaRPr lang="en-US"/>
        </a:p>
      </dgm:t>
    </dgm:pt>
    <dgm:pt modelId="{7F4D5B13-9EA5-4D00-938E-638A3AE88775}" type="sibTrans" cxnId="{9E5D8C78-B892-4CA8-A086-CAF3FB977A37}">
      <dgm:prSet/>
      <dgm:spPr/>
      <dgm:t>
        <a:bodyPr/>
        <a:lstStyle/>
        <a:p>
          <a:endParaRPr lang="en-US"/>
        </a:p>
      </dgm:t>
    </dgm:pt>
    <dgm:pt modelId="{AD86BBF7-AD18-4223-87F2-E26B7C5E9531}">
      <dgm:prSet/>
      <dgm:spPr/>
      <dgm:t>
        <a:bodyPr/>
        <a:lstStyle/>
        <a:p>
          <a:r>
            <a:rPr lang="en-IN"/>
            <a:t>Data files were obtained in </a:t>
          </a:r>
          <a:r>
            <a:rPr lang="en-IN" b="1"/>
            <a:t>CSV format</a:t>
          </a:r>
          <a:r>
            <a:rPr lang="en-IN"/>
            <a:t> for reproducibility.</a:t>
          </a:r>
          <a:endParaRPr lang="en-US"/>
        </a:p>
      </dgm:t>
    </dgm:pt>
    <dgm:pt modelId="{8112407A-A632-4467-A1C8-5230B662BCF3}" type="parTrans" cxnId="{0552E18E-DE5E-4923-BCFF-28913B78E263}">
      <dgm:prSet/>
      <dgm:spPr/>
      <dgm:t>
        <a:bodyPr/>
        <a:lstStyle/>
        <a:p>
          <a:endParaRPr lang="en-US"/>
        </a:p>
      </dgm:t>
    </dgm:pt>
    <dgm:pt modelId="{C6271409-9141-46A8-8E4D-9B0A067F32FD}" type="sibTrans" cxnId="{0552E18E-DE5E-4923-BCFF-28913B78E263}">
      <dgm:prSet/>
      <dgm:spPr/>
      <dgm:t>
        <a:bodyPr/>
        <a:lstStyle/>
        <a:p>
          <a:endParaRPr lang="en-US"/>
        </a:p>
      </dgm:t>
    </dgm:pt>
    <dgm:pt modelId="{CD851704-E4AD-4797-B204-BA9E06551EA6}">
      <dgm:prSet/>
      <dgm:spPr/>
      <dgm:t>
        <a:bodyPr/>
        <a:lstStyle/>
        <a:p>
          <a:r>
            <a:rPr lang="en-IN"/>
            <a:t>No personal identifiers are included, ensuring ethical data use.</a:t>
          </a:r>
          <a:endParaRPr lang="en-US"/>
        </a:p>
      </dgm:t>
    </dgm:pt>
    <dgm:pt modelId="{6F55651F-5AF1-49A5-BE78-A16C0304F48A}" type="parTrans" cxnId="{8CB97709-3464-4D2E-9CF4-8BAF250FDEAB}">
      <dgm:prSet/>
      <dgm:spPr/>
      <dgm:t>
        <a:bodyPr/>
        <a:lstStyle/>
        <a:p>
          <a:endParaRPr lang="en-US"/>
        </a:p>
      </dgm:t>
    </dgm:pt>
    <dgm:pt modelId="{7A35BCC5-3B67-4E9D-BB8B-5B484B7DEACC}" type="sibTrans" cxnId="{8CB97709-3464-4D2E-9CF4-8BAF250FDEAB}">
      <dgm:prSet/>
      <dgm:spPr/>
      <dgm:t>
        <a:bodyPr/>
        <a:lstStyle/>
        <a:p>
          <a:endParaRPr lang="en-US"/>
        </a:p>
      </dgm:t>
    </dgm:pt>
    <dgm:pt modelId="{0C05A7B5-5F8F-4C33-A1C7-6B7E90A38C5D}" type="pres">
      <dgm:prSet presAssocID="{6EC5CF4A-BFAE-406F-8319-43EEF746C9E3}" presName="root" presStyleCnt="0">
        <dgm:presLayoutVars>
          <dgm:dir/>
          <dgm:resizeHandles val="exact"/>
        </dgm:presLayoutVars>
      </dgm:prSet>
      <dgm:spPr/>
    </dgm:pt>
    <dgm:pt modelId="{8A69794C-664A-4BDC-9E3D-2E8A4F6D829F}" type="pres">
      <dgm:prSet presAssocID="{0BF45DFE-644D-4867-AD6D-F0718DA9121E}" presName="compNode" presStyleCnt="0"/>
      <dgm:spPr/>
    </dgm:pt>
    <dgm:pt modelId="{65151561-5E37-4FC2-A610-EA6E1259A51D}" type="pres">
      <dgm:prSet presAssocID="{0BF45DFE-644D-4867-AD6D-F0718DA9121E}" presName="bgRect" presStyleLbl="bgShp" presStyleIdx="0" presStyleCnt="4"/>
      <dgm:spPr/>
    </dgm:pt>
    <dgm:pt modelId="{503621FA-A29A-479C-BFBA-AC2FA9BC0863}" type="pres">
      <dgm:prSet presAssocID="{0BF45DFE-644D-4867-AD6D-F0718DA9121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a:ext>
      </dgm:extLst>
    </dgm:pt>
    <dgm:pt modelId="{01C50875-18E2-4AFC-80B9-ACAEC729BE13}" type="pres">
      <dgm:prSet presAssocID="{0BF45DFE-644D-4867-AD6D-F0718DA9121E}" presName="spaceRect" presStyleCnt="0"/>
      <dgm:spPr/>
    </dgm:pt>
    <dgm:pt modelId="{371518A6-744F-45D1-AFBD-C70CFB24D40E}" type="pres">
      <dgm:prSet presAssocID="{0BF45DFE-644D-4867-AD6D-F0718DA9121E}" presName="parTx" presStyleLbl="revTx" presStyleIdx="0" presStyleCnt="4">
        <dgm:presLayoutVars>
          <dgm:chMax val="0"/>
          <dgm:chPref val="0"/>
        </dgm:presLayoutVars>
      </dgm:prSet>
      <dgm:spPr/>
    </dgm:pt>
    <dgm:pt modelId="{33B7A24F-20C9-4A27-BB8A-BD62CF4135F2}" type="pres">
      <dgm:prSet presAssocID="{16CA1BF2-625C-4C51-A475-4F8FB7689FEC}" presName="sibTrans" presStyleCnt="0"/>
      <dgm:spPr/>
    </dgm:pt>
    <dgm:pt modelId="{C1DB0D4C-9E4B-4F94-B129-D9D4F594E1AE}" type="pres">
      <dgm:prSet presAssocID="{46C18D68-4265-4FF4-91F6-88E30D1D9EEF}" presName="compNode" presStyleCnt="0"/>
      <dgm:spPr/>
    </dgm:pt>
    <dgm:pt modelId="{0F6633A4-B82D-4823-B13D-EBB070A6720F}" type="pres">
      <dgm:prSet presAssocID="{46C18D68-4265-4FF4-91F6-88E30D1D9EEF}" presName="bgRect" presStyleLbl="bgShp" presStyleIdx="1" presStyleCnt="4"/>
      <dgm:spPr/>
    </dgm:pt>
    <dgm:pt modelId="{0E97072F-E486-4976-BE79-D63062036795}" type="pres">
      <dgm:prSet presAssocID="{46C18D68-4265-4FF4-91F6-88E30D1D9EE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1773D34-A8FF-4B5C-B246-9F0F2DC5E1C9}" type="pres">
      <dgm:prSet presAssocID="{46C18D68-4265-4FF4-91F6-88E30D1D9EEF}" presName="spaceRect" presStyleCnt="0"/>
      <dgm:spPr/>
    </dgm:pt>
    <dgm:pt modelId="{AB007C67-AD82-4BC6-AADD-ADAFAE90CD23}" type="pres">
      <dgm:prSet presAssocID="{46C18D68-4265-4FF4-91F6-88E30D1D9EEF}" presName="parTx" presStyleLbl="revTx" presStyleIdx="1" presStyleCnt="4">
        <dgm:presLayoutVars>
          <dgm:chMax val="0"/>
          <dgm:chPref val="0"/>
        </dgm:presLayoutVars>
      </dgm:prSet>
      <dgm:spPr/>
    </dgm:pt>
    <dgm:pt modelId="{0E527C62-5943-4717-8586-7BE5F6C6ECEA}" type="pres">
      <dgm:prSet presAssocID="{7F4D5B13-9EA5-4D00-938E-638A3AE88775}" presName="sibTrans" presStyleCnt="0"/>
      <dgm:spPr/>
    </dgm:pt>
    <dgm:pt modelId="{CBC9D29A-89D4-47FC-B3AA-9532781CE454}" type="pres">
      <dgm:prSet presAssocID="{AD86BBF7-AD18-4223-87F2-E26B7C5E9531}" presName="compNode" presStyleCnt="0"/>
      <dgm:spPr/>
    </dgm:pt>
    <dgm:pt modelId="{FFC8C59B-97A7-4123-8AB8-8836FE22924E}" type="pres">
      <dgm:prSet presAssocID="{AD86BBF7-AD18-4223-87F2-E26B7C5E9531}" presName="bgRect" presStyleLbl="bgShp" presStyleIdx="2" presStyleCnt="4"/>
      <dgm:spPr/>
    </dgm:pt>
    <dgm:pt modelId="{E6152EA4-F5F2-4337-B6C3-D1F42579EF85}" type="pres">
      <dgm:prSet presAssocID="{AD86BBF7-AD18-4223-87F2-E26B7C5E95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D87EF1E0-5E94-4CAE-BAA5-A6FF0C39DF98}" type="pres">
      <dgm:prSet presAssocID="{AD86BBF7-AD18-4223-87F2-E26B7C5E9531}" presName="spaceRect" presStyleCnt="0"/>
      <dgm:spPr/>
    </dgm:pt>
    <dgm:pt modelId="{5F03FD0B-396F-4E56-9650-A2EC16ED85A5}" type="pres">
      <dgm:prSet presAssocID="{AD86BBF7-AD18-4223-87F2-E26B7C5E9531}" presName="parTx" presStyleLbl="revTx" presStyleIdx="2" presStyleCnt="4">
        <dgm:presLayoutVars>
          <dgm:chMax val="0"/>
          <dgm:chPref val="0"/>
        </dgm:presLayoutVars>
      </dgm:prSet>
      <dgm:spPr/>
    </dgm:pt>
    <dgm:pt modelId="{782C0240-4E51-4F2B-A7C7-6AEAC767C372}" type="pres">
      <dgm:prSet presAssocID="{C6271409-9141-46A8-8E4D-9B0A067F32FD}" presName="sibTrans" presStyleCnt="0"/>
      <dgm:spPr/>
    </dgm:pt>
    <dgm:pt modelId="{EB8667FA-D1FE-4339-BA2C-9FFF5EF3B920}" type="pres">
      <dgm:prSet presAssocID="{CD851704-E4AD-4797-B204-BA9E06551EA6}" presName="compNode" presStyleCnt="0"/>
      <dgm:spPr/>
    </dgm:pt>
    <dgm:pt modelId="{1E3C4598-EB0F-482C-9B24-0137979858F4}" type="pres">
      <dgm:prSet presAssocID="{CD851704-E4AD-4797-B204-BA9E06551EA6}" presName="bgRect" presStyleLbl="bgShp" presStyleIdx="3" presStyleCnt="4"/>
      <dgm:spPr/>
    </dgm:pt>
    <dgm:pt modelId="{3E0C13ED-5692-4225-AA00-0E006DAE1900}" type="pres">
      <dgm:prSet presAssocID="{CD851704-E4AD-4797-B204-BA9E06551E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1DCD04F8-065C-45E7-963A-DF0AB99F8F5B}" type="pres">
      <dgm:prSet presAssocID="{CD851704-E4AD-4797-B204-BA9E06551EA6}" presName="spaceRect" presStyleCnt="0"/>
      <dgm:spPr/>
    </dgm:pt>
    <dgm:pt modelId="{150C8418-A896-4135-9A9E-7066CBB3086E}" type="pres">
      <dgm:prSet presAssocID="{CD851704-E4AD-4797-B204-BA9E06551EA6}" presName="parTx" presStyleLbl="revTx" presStyleIdx="3" presStyleCnt="4">
        <dgm:presLayoutVars>
          <dgm:chMax val="0"/>
          <dgm:chPref val="0"/>
        </dgm:presLayoutVars>
      </dgm:prSet>
      <dgm:spPr/>
    </dgm:pt>
  </dgm:ptLst>
  <dgm:cxnLst>
    <dgm:cxn modelId="{21FE2102-59C0-4ED8-8CE2-F18819AD4C60}" type="presOf" srcId="{0BF45DFE-644D-4867-AD6D-F0718DA9121E}" destId="{371518A6-744F-45D1-AFBD-C70CFB24D40E}" srcOrd="0" destOrd="0" presId="urn:microsoft.com/office/officeart/2018/2/layout/IconVerticalSolidList"/>
    <dgm:cxn modelId="{8CB97709-3464-4D2E-9CF4-8BAF250FDEAB}" srcId="{6EC5CF4A-BFAE-406F-8319-43EEF746C9E3}" destId="{CD851704-E4AD-4797-B204-BA9E06551EA6}" srcOrd="3" destOrd="0" parTransId="{6F55651F-5AF1-49A5-BE78-A16C0304F48A}" sibTransId="{7A35BCC5-3B67-4E9D-BB8B-5B484B7DEACC}"/>
    <dgm:cxn modelId="{11760F2D-B921-4659-9B2C-2D602E2C132C}" type="presOf" srcId="{46C18D68-4265-4FF4-91F6-88E30D1D9EEF}" destId="{AB007C67-AD82-4BC6-AADD-ADAFAE90CD23}" srcOrd="0" destOrd="0" presId="urn:microsoft.com/office/officeart/2018/2/layout/IconVerticalSolidList"/>
    <dgm:cxn modelId="{C606D269-30F7-4555-8E06-C7D14B1C0C18}" srcId="{6EC5CF4A-BFAE-406F-8319-43EEF746C9E3}" destId="{0BF45DFE-644D-4867-AD6D-F0718DA9121E}" srcOrd="0" destOrd="0" parTransId="{A8A93095-4715-4EDC-BA7F-90A887E06009}" sibTransId="{16CA1BF2-625C-4C51-A475-4F8FB7689FEC}"/>
    <dgm:cxn modelId="{9E5D8C78-B892-4CA8-A086-CAF3FB977A37}" srcId="{6EC5CF4A-BFAE-406F-8319-43EEF746C9E3}" destId="{46C18D68-4265-4FF4-91F6-88E30D1D9EEF}" srcOrd="1" destOrd="0" parTransId="{FF35ADFA-542E-48AB-9550-9A01B3DDFCB8}" sibTransId="{7F4D5B13-9EA5-4D00-938E-638A3AE88775}"/>
    <dgm:cxn modelId="{0552E18E-DE5E-4923-BCFF-28913B78E263}" srcId="{6EC5CF4A-BFAE-406F-8319-43EEF746C9E3}" destId="{AD86BBF7-AD18-4223-87F2-E26B7C5E9531}" srcOrd="2" destOrd="0" parTransId="{8112407A-A632-4467-A1C8-5230B662BCF3}" sibTransId="{C6271409-9141-46A8-8E4D-9B0A067F32FD}"/>
    <dgm:cxn modelId="{FFCC9EA7-91FA-48E6-A6B3-5101E07DA859}" type="presOf" srcId="{CD851704-E4AD-4797-B204-BA9E06551EA6}" destId="{150C8418-A896-4135-9A9E-7066CBB3086E}" srcOrd="0" destOrd="0" presId="urn:microsoft.com/office/officeart/2018/2/layout/IconVerticalSolidList"/>
    <dgm:cxn modelId="{08592ECF-207C-43B8-BAA0-50CB91A65AA4}" type="presOf" srcId="{AD86BBF7-AD18-4223-87F2-E26B7C5E9531}" destId="{5F03FD0B-396F-4E56-9650-A2EC16ED85A5}" srcOrd="0" destOrd="0" presId="urn:microsoft.com/office/officeart/2018/2/layout/IconVerticalSolidList"/>
    <dgm:cxn modelId="{A91B29F9-FBA2-45B0-860E-D561D6C56B8B}" type="presOf" srcId="{6EC5CF4A-BFAE-406F-8319-43EEF746C9E3}" destId="{0C05A7B5-5F8F-4C33-A1C7-6B7E90A38C5D}" srcOrd="0" destOrd="0" presId="urn:microsoft.com/office/officeart/2018/2/layout/IconVerticalSolidList"/>
    <dgm:cxn modelId="{292C4A22-4C31-499F-AEF4-3668AE249B2F}" type="presParOf" srcId="{0C05A7B5-5F8F-4C33-A1C7-6B7E90A38C5D}" destId="{8A69794C-664A-4BDC-9E3D-2E8A4F6D829F}" srcOrd="0" destOrd="0" presId="urn:microsoft.com/office/officeart/2018/2/layout/IconVerticalSolidList"/>
    <dgm:cxn modelId="{9C33E77E-F6B3-4C09-98DF-D20EA5712B19}" type="presParOf" srcId="{8A69794C-664A-4BDC-9E3D-2E8A4F6D829F}" destId="{65151561-5E37-4FC2-A610-EA6E1259A51D}" srcOrd="0" destOrd="0" presId="urn:microsoft.com/office/officeart/2018/2/layout/IconVerticalSolidList"/>
    <dgm:cxn modelId="{22A68FD3-0DE9-445B-83F9-BA365A701A63}" type="presParOf" srcId="{8A69794C-664A-4BDC-9E3D-2E8A4F6D829F}" destId="{503621FA-A29A-479C-BFBA-AC2FA9BC0863}" srcOrd="1" destOrd="0" presId="urn:microsoft.com/office/officeart/2018/2/layout/IconVerticalSolidList"/>
    <dgm:cxn modelId="{10532D0D-1118-49B4-BB1F-B09AEC503AF8}" type="presParOf" srcId="{8A69794C-664A-4BDC-9E3D-2E8A4F6D829F}" destId="{01C50875-18E2-4AFC-80B9-ACAEC729BE13}" srcOrd="2" destOrd="0" presId="urn:microsoft.com/office/officeart/2018/2/layout/IconVerticalSolidList"/>
    <dgm:cxn modelId="{72BA8727-C6C9-488B-A8AC-52A4E883559E}" type="presParOf" srcId="{8A69794C-664A-4BDC-9E3D-2E8A4F6D829F}" destId="{371518A6-744F-45D1-AFBD-C70CFB24D40E}" srcOrd="3" destOrd="0" presId="urn:microsoft.com/office/officeart/2018/2/layout/IconVerticalSolidList"/>
    <dgm:cxn modelId="{EBE0CD59-6B50-4D7B-8659-190F384FFED5}" type="presParOf" srcId="{0C05A7B5-5F8F-4C33-A1C7-6B7E90A38C5D}" destId="{33B7A24F-20C9-4A27-BB8A-BD62CF4135F2}" srcOrd="1" destOrd="0" presId="urn:microsoft.com/office/officeart/2018/2/layout/IconVerticalSolidList"/>
    <dgm:cxn modelId="{BEB532D0-55E8-4D3D-A061-9C85193E23D9}" type="presParOf" srcId="{0C05A7B5-5F8F-4C33-A1C7-6B7E90A38C5D}" destId="{C1DB0D4C-9E4B-4F94-B129-D9D4F594E1AE}" srcOrd="2" destOrd="0" presId="urn:microsoft.com/office/officeart/2018/2/layout/IconVerticalSolidList"/>
    <dgm:cxn modelId="{D540D47B-33D7-4DD9-B1EE-46559EA10714}" type="presParOf" srcId="{C1DB0D4C-9E4B-4F94-B129-D9D4F594E1AE}" destId="{0F6633A4-B82D-4823-B13D-EBB070A6720F}" srcOrd="0" destOrd="0" presId="urn:microsoft.com/office/officeart/2018/2/layout/IconVerticalSolidList"/>
    <dgm:cxn modelId="{655581A8-416E-464E-8D06-13BC8153A445}" type="presParOf" srcId="{C1DB0D4C-9E4B-4F94-B129-D9D4F594E1AE}" destId="{0E97072F-E486-4976-BE79-D63062036795}" srcOrd="1" destOrd="0" presId="urn:microsoft.com/office/officeart/2018/2/layout/IconVerticalSolidList"/>
    <dgm:cxn modelId="{5CB44F60-3A37-42DE-949D-38DF00600AE9}" type="presParOf" srcId="{C1DB0D4C-9E4B-4F94-B129-D9D4F594E1AE}" destId="{A1773D34-A8FF-4B5C-B246-9F0F2DC5E1C9}" srcOrd="2" destOrd="0" presId="urn:microsoft.com/office/officeart/2018/2/layout/IconVerticalSolidList"/>
    <dgm:cxn modelId="{1FF9E65B-7208-4D58-A420-2E908DC09D92}" type="presParOf" srcId="{C1DB0D4C-9E4B-4F94-B129-D9D4F594E1AE}" destId="{AB007C67-AD82-4BC6-AADD-ADAFAE90CD23}" srcOrd="3" destOrd="0" presId="urn:microsoft.com/office/officeart/2018/2/layout/IconVerticalSolidList"/>
    <dgm:cxn modelId="{73C63F6C-25F9-4809-BB29-0F05D58C8968}" type="presParOf" srcId="{0C05A7B5-5F8F-4C33-A1C7-6B7E90A38C5D}" destId="{0E527C62-5943-4717-8586-7BE5F6C6ECEA}" srcOrd="3" destOrd="0" presId="urn:microsoft.com/office/officeart/2018/2/layout/IconVerticalSolidList"/>
    <dgm:cxn modelId="{936309EA-D36E-4FF2-BFE3-1312FC89CAD6}" type="presParOf" srcId="{0C05A7B5-5F8F-4C33-A1C7-6B7E90A38C5D}" destId="{CBC9D29A-89D4-47FC-B3AA-9532781CE454}" srcOrd="4" destOrd="0" presId="urn:microsoft.com/office/officeart/2018/2/layout/IconVerticalSolidList"/>
    <dgm:cxn modelId="{7F2AF8BF-DF2C-40CA-ACC7-15A270603AC9}" type="presParOf" srcId="{CBC9D29A-89D4-47FC-B3AA-9532781CE454}" destId="{FFC8C59B-97A7-4123-8AB8-8836FE22924E}" srcOrd="0" destOrd="0" presId="urn:microsoft.com/office/officeart/2018/2/layout/IconVerticalSolidList"/>
    <dgm:cxn modelId="{908DEE9C-B215-4733-A2DC-10E4BB9ECD03}" type="presParOf" srcId="{CBC9D29A-89D4-47FC-B3AA-9532781CE454}" destId="{E6152EA4-F5F2-4337-B6C3-D1F42579EF85}" srcOrd="1" destOrd="0" presId="urn:microsoft.com/office/officeart/2018/2/layout/IconVerticalSolidList"/>
    <dgm:cxn modelId="{50BFC652-1448-4E30-852D-C18C6A814BB7}" type="presParOf" srcId="{CBC9D29A-89D4-47FC-B3AA-9532781CE454}" destId="{D87EF1E0-5E94-4CAE-BAA5-A6FF0C39DF98}" srcOrd="2" destOrd="0" presId="urn:microsoft.com/office/officeart/2018/2/layout/IconVerticalSolidList"/>
    <dgm:cxn modelId="{E2502C42-C7C8-49E9-BFFE-A12A6F7902C1}" type="presParOf" srcId="{CBC9D29A-89D4-47FC-B3AA-9532781CE454}" destId="{5F03FD0B-396F-4E56-9650-A2EC16ED85A5}" srcOrd="3" destOrd="0" presId="urn:microsoft.com/office/officeart/2018/2/layout/IconVerticalSolidList"/>
    <dgm:cxn modelId="{5DC95734-F9F0-49EF-B263-F86BC76E80E4}" type="presParOf" srcId="{0C05A7B5-5F8F-4C33-A1C7-6B7E90A38C5D}" destId="{782C0240-4E51-4F2B-A7C7-6AEAC767C372}" srcOrd="5" destOrd="0" presId="urn:microsoft.com/office/officeart/2018/2/layout/IconVerticalSolidList"/>
    <dgm:cxn modelId="{53BF01EA-2E8E-4C81-A398-85D88EED9E74}" type="presParOf" srcId="{0C05A7B5-5F8F-4C33-A1C7-6B7E90A38C5D}" destId="{EB8667FA-D1FE-4339-BA2C-9FFF5EF3B920}" srcOrd="6" destOrd="0" presId="urn:microsoft.com/office/officeart/2018/2/layout/IconVerticalSolidList"/>
    <dgm:cxn modelId="{A39743F6-57BB-4850-9DB1-710BB4691C43}" type="presParOf" srcId="{EB8667FA-D1FE-4339-BA2C-9FFF5EF3B920}" destId="{1E3C4598-EB0F-482C-9B24-0137979858F4}" srcOrd="0" destOrd="0" presId="urn:microsoft.com/office/officeart/2018/2/layout/IconVerticalSolidList"/>
    <dgm:cxn modelId="{4EE731EF-965D-4499-AD98-3BDC174D80E8}" type="presParOf" srcId="{EB8667FA-D1FE-4339-BA2C-9FFF5EF3B920}" destId="{3E0C13ED-5692-4225-AA00-0E006DAE1900}" srcOrd="1" destOrd="0" presId="urn:microsoft.com/office/officeart/2018/2/layout/IconVerticalSolidList"/>
    <dgm:cxn modelId="{14E7DA13-D6CF-48A0-9275-3CDB2DE5DB9B}" type="presParOf" srcId="{EB8667FA-D1FE-4339-BA2C-9FFF5EF3B920}" destId="{1DCD04F8-065C-45E7-963A-DF0AB99F8F5B}" srcOrd="2" destOrd="0" presId="urn:microsoft.com/office/officeart/2018/2/layout/IconVerticalSolidList"/>
    <dgm:cxn modelId="{1C0D799C-677C-46F5-9590-71B4179E88B8}" type="presParOf" srcId="{EB8667FA-D1FE-4339-BA2C-9FFF5EF3B920}" destId="{150C8418-A896-4135-9A9E-7066CBB308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C5B2A0-A4E7-45C3-A3A2-C3E24320E59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4B4DBDD-8484-472D-8D4E-1474C93BD908}">
      <dgm:prSet/>
      <dgm:spPr/>
      <dgm:t>
        <a:bodyPr/>
        <a:lstStyle/>
        <a:p>
          <a:r>
            <a:rPr lang="en-US" b="1" i="0" baseline="0" dirty="0"/>
            <a:t>Unit of Observation: </a:t>
          </a:r>
          <a:r>
            <a:rPr lang="en-US" b="0" i="0" baseline="0" dirty="0"/>
            <a:t>Each row represents a </a:t>
          </a:r>
          <a:r>
            <a:rPr lang="en-US" b="1" i="0" baseline="0" dirty="0"/>
            <a:t>county–year combination</a:t>
          </a:r>
          <a:r>
            <a:rPr lang="en-US" b="0" i="0" baseline="0" dirty="0"/>
            <a:t>.</a:t>
          </a:r>
          <a:endParaRPr lang="en-US" dirty="0"/>
        </a:p>
      </dgm:t>
    </dgm:pt>
    <dgm:pt modelId="{34A58670-CC04-4301-A6E5-C084B42CF892}" type="parTrans" cxnId="{5486BBF7-C459-4208-9C51-1D47F4CDDC94}">
      <dgm:prSet/>
      <dgm:spPr/>
      <dgm:t>
        <a:bodyPr/>
        <a:lstStyle/>
        <a:p>
          <a:endParaRPr lang="en-US"/>
        </a:p>
      </dgm:t>
    </dgm:pt>
    <dgm:pt modelId="{37919A62-0D27-4AD6-8B07-707519C3761A}" type="sibTrans" cxnId="{5486BBF7-C459-4208-9C51-1D47F4CDDC94}">
      <dgm:prSet/>
      <dgm:spPr/>
      <dgm:t>
        <a:bodyPr/>
        <a:lstStyle/>
        <a:p>
          <a:endParaRPr lang="en-US"/>
        </a:p>
      </dgm:t>
    </dgm:pt>
    <dgm:pt modelId="{5D44A2F5-EE7E-40EB-B573-6DF1EF3286CF}">
      <dgm:prSet/>
      <dgm:spPr/>
      <dgm:t>
        <a:bodyPr/>
        <a:lstStyle/>
        <a:p>
          <a:r>
            <a:rPr lang="en-US" b="1" i="0" baseline="0" dirty="0"/>
            <a:t>Geographic Coverage: </a:t>
          </a:r>
          <a:r>
            <a:rPr lang="en-US" b="0" i="0" baseline="0" dirty="0"/>
            <a:t>United States (county-level data).</a:t>
          </a:r>
          <a:endParaRPr lang="en-US" dirty="0"/>
        </a:p>
      </dgm:t>
    </dgm:pt>
    <dgm:pt modelId="{2E5B227C-4178-4E64-B5A2-FB2F0E774203}" type="parTrans" cxnId="{20F65987-DCD2-49F8-911E-D95C4E1C1CC0}">
      <dgm:prSet/>
      <dgm:spPr/>
      <dgm:t>
        <a:bodyPr/>
        <a:lstStyle/>
        <a:p>
          <a:endParaRPr lang="en-US"/>
        </a:p>
      </dgm:t>
    </dgm:pt>
    <dgm:pt modelId="{6EF81CFF-92A0-4DB3-BEE5-77C3660FA937}" type="sibTrans" cxnId="{20F65987-DCD2-49F8-911E-D95C4E1C1CC0}">
      <dgm:prSet/>
      <dgm:spPr/>
      <dgm:t>
        <a:bodyPr/>
        <a:lstStyle/>
        <a:p>
          <a:endParaRPr lang="en-US"/>
        </a:p>
      </dgm:t>
    </dgm:pt>
    <dgm:pt modelId="{3D365161-7DF4-4E43-88DE-D1325573A408}">
      <dgm:prSet/>
      <dgm:spPr/>
      <dgm:t>
        <a:bodyPr/>
        <a:lstStyle/>
        <a:p>
          <a:endParaRPr lang="en-US" dirty="0"/>
        </a:p>
      </dgm:t>
    </dgm:pt>
    <dgm:pt modelId="{2144B9F1-F618-448C-97E6-679FC332373F}" type="parTrans" cxnId="{0C37F84F-CB3D-4A6A-987E-87D9B04F3E95}">
      <dgm:prSet/>
      <dgm:spPr/>
      <dgm:t>
        <a:bodyPr/>
        <a:lstStyle/>
        <a:p>
          <a:endParaRPr lang="en-US"/>
        </a:p>
      </dgm:t>
    </dgm:pt>
    <dgm:pt modelId="{4899C5B8-1EF7-4CF6-8F92-513150B882E0}" type="sibTrans" cxnId="{0C37F84F-CB3D-4A6A-987E-87D9B04F3E95}">
      <dgm:prSet/>
      <dgm:spPr/>
      <dgm:t>
        <a:bodyPr/>
        <a:lstStyle/>
        <a:p>
          <a:endParaRPr lang="en-US"/>
        </a:p>
      </dgm:t>
    </dgm:pt>
    <dgm:pt modelId="{89387A66-7E85-4C07-95E7-1BC2CFF58D8A}">
      <dgm:prSet/>
      <dgm:spPr/>
      <dgm:t>
        <a:bodyPr/>
        <a:lstStyle/>
        <a:p>
          <a:r>
            <a:rPr lang="en-US" b="1" i="0" baseline="0" dirty="0"/>
            <a:t>Time Coverage: </a:t>
          </a:r>
          <a:r>
            <a:rPr lang="en-US" b="0" i="0" baseline="0" dirty="0"/>
            <a:t>Multiple recent years (varies by dataset).</a:t>
          </a:r>
          <a:endParaRPr lang="en-US" dirty="0"/>
        </a:p>
      </dgm:t>
    </dgm:pt>
    <dgm:pt modelId="{9C5EE97F-8214-4496-8F02-9F2BD5AD9359}" type="parTrans" cxnId="{3AFA7B2D-47C5-428E-9106-89FB2DD65AFE}">
      <dgm:prSet/>
      <dgm:spPr/>
      <dgm:t>
        <a:bodyPr/>
        <a:lstStyle/>
        <a:p>
          <a:endParaRPr lang="en-US"/>
        </a:p>
      </dgm:t>
    </dgm:pt>
    <dgm:pt modelId="{920E5724-5D95-4AEC-BE57-728B42B9F169}" type="sibTrans" cxnId="{3AFA7B2D-47C5-428E-9106-89FB2DD65AFE}">
      <dgm:prSet/>
      <dgm:spPr/>
      <dgm:t>
        <a:bodyPr/>
        <a:lstStyle/>
        <a:p>
          <a:endParaRPr lang="en-US"/>
        </a:p>
      </dgm:t>
    </dgm:pt>
    <dgm:pt modelId="{6FD40A7B-9FB6-41C8-82BE-B0F71844AF3B}">
      <dgm:prSet/>
      <dgm:spPr/>
      <dgm:t>
        <a:bodyPr/>
        <a:lstStyle/>
        <a:p>
          <a:endParaRPr lang="en-US" dirty="0"/>
        </a:p>
      </dgm:t>
    </dgm:pt>
    <dgm:pt modelId="{9029517A-23A2-4C7C-9CBD-DBB27E2D1DE5}" type="parTrans" cxnId="{E6B1334C-1AEE-4F33-BA30-199D96C03640}">
      <dgm:prSet/>
      <dgm:spPr/>
      <dgm:t>
        <a:bodyPr/>
        <a:lstStyle/>
        <a:p>
          <a:endParaRPr lang="en-US"/>
        </a:p>
      </dgm:t>
    </dgm:pt>
    <dgm:pt modelId="{EF94B393-0D61-40C9-AB3E-A3FA9E6D48EA}" type="sibTrans" cxnId="{E6B1334C-1AEE-4F33-BA30-199D96C03640}">
      <dgm:prSet/>
      <dgm:spPr/>
      <dgm:t>
        <a:bodyPr/>
        <a:lstStyle/>
        <a:p>
          <a:endParaRPr lang="en-US"/>
        </a:p>
      </dgm:t>
    </dgm:pt>
    <dgm:pt modelId="{E4A99DEA-8F30-4209-B65C-08ED54B3A503}">
      <dgm:prSet/>
      <dgm:spPr/>
      <dgm:t>
        <a:bodyPr/>
        <a:lstStyle/>
        <a:p>
          <a:r>
            <a:rPr lang="en-US" b="1" i="0" baseline="0" dirty="0"/>
            <a:t>Population: </a:t>
          </a:r>
          <a:r>
            <a:rPr lang="en-US" b="0" i="0" baseline="0" dirty="0"/>
            <a:t>Adult population in the United States.</a:t>
          </a:r>
          <a:endParaRPr lang="en-US" dirty="0"/>
        </a:p>
      </dgm:t>
    </dgm:pt>
    <dgm:pt modelId="{8F494D1A-FF40-4999-B22C-392FFBAE4B58}" type="parTrans" cxnId="{6ACBEFB5-3AD7-4D5A-814A-A0CC6F148206}">
      <dgm:prSet/>
      <dgm:spPr/>
      <dgm:t>
        <a:bodyPr/>
        <a:lstStyle/>
        <a:p>
          <a:endParaRPr lang="en-US"/>
        </a:p>
      </dgm:t>
    </dgm:pt>
    <dgm:pt modelId="{52A6FF63-1E63-410B-949E-6B2D44053B70}" type="sibTrans" cxnId="{6ACBEFB5-3AD7-4D5A-814A-A0CC6F148206}">
      <dgm:prSet/>
      <dgm:spPr/>
      <dgm:t>
        <a:bodyPr/>
        <a:lstStyle/>
        <a:p>
          <a:endParaRPr lang="en-US"/>
        </a:p>
      </dgm:t>
    </dgm:pt>
    <dgm:pt modelId="{5BE9094C-3F8F-4E34-9B3A-F5D71E8C5A1A}">
      <dgm:prSet/>
      <dgm:spPr/>
      <dgm:t>
        <a:bodyPr/>
        <a:lstStyle/>
        <a:p>
          <a:endParaRPr lang="en-US" dirty="0"/>
        </a:p>
      </dgm:t>
    </dgm:pt>
    <dgm:pt modelId="{A56F858A-F6DD-4E78-B138-443160277482}" type="parTrans" cxnId="{01E68F89-1EB2-43F2-9F4F-508106ACFEC6}">
      <dgm:prSet/>
      <dgm:spPr/>
      <dgm:t>
        <a:bodyPr/>
        <a:lstStyle/>
        <a:p>
          <a:endParaRPr lang="en-US"/>
        </a:p>
      </dgm:t>
    </dgm:pt>
    <dgm:pt modelId="{E4520A7C-EAC9-499F-8B87-16485477B3B6}" type="sibTrans" cxnId="{01E68F89-1EB2-43F2-9F4F-508106ACFEC6}">
      <dgm:prSet/>
      <dgm:spPr/>
      <dgm:t>
        <a:bodyPr/>
        <a:lstStyle/>
        <a:p>
          <a:endParaRPr lang="en-US"/>
        </a:p>
      </dgm:t>
    </dgm:pt>
    <dgm:pt modelId="{3E98F14B-ED10-492F-B9B8-636666D9BA73}">
      <dgm:prSet/>
      <dgm:spPr/>
      <dgm:t>
        <a:bodyPr/>
        <a:lstStyle/>
        <a:p>
          <a:endParaRPr lang="en-US" dirty="0"/>
        </a:p>
      </dgm:t>
    </dgm:pt>
    <dgm:pt modelId="{0EADB448-82F1-423E-BBCD-48EE85ABC5AE}" type="sibTrans" cxnId="{D9245123-B5A4-44C3-A911-8ABE12B70946}">
      <dgm:prSet/>
      <dgm:spPr/>
      <dgm:t>
        <a:bodyPr/>
        <a:lstStyle/>
        <a:p>
          <a:endParaRPr lang="en-US"/>
        </a:p>
      </dgm:t>
    </dgm:pt>
    <dgm:pt modelId="{A258CEBD-001F-473A-9E2B-F621C10B6FC1}" type="parTrans" cxnId="{D9245123-B5A4-44C3-A911-8ABE12B70946}">
      <dgm:prSet/>
      <dgm:spPr/>
      <dgm:t>
        <a:bodyPr/>
        <a:lstStyle/>
        <a:p>
          <a:endParaRPr lang="en-US"/>
        </a:p>
      </dgm:t>
    </dgm:pt>
    <dgm:pt modelId="{4CA00975-D76F-5241-9D90-0648CEF89B3E}" type="pres">
      <dgm:prSet presAssocID="{25C5B2A0-A4E7-45C3-A3A2-C3E24320E59A}" presName="vert0" presStyleCnt="0">
        <dgm:presLayoutVars>
          <dgm:dir/>
          <dgm:animOne val="branch"/>
          <dgm:animLvl val="lvl"/>
        </dgm:presLayoutVars>
      </dgm:prSet>
      <dgm:spPr/>
    </dgm:pt>
    <dgm:pt modelId="{BC48982B-DB26-D94D-A4E6-E0281C8C6D2F}" type="pres">
      <dgm:prSet presAssocID="{74B4DBDD-8484-472D-8D4E-1474C93BD908}" presName="thickLine" presStyleLbl="alignNode1" presStyleIdx="0" presStyleCnt="8"/>
      <dgm:spPr/>
    </dgm:pt>
    <dgm:pt modelId="{5345A368-A29F-3B41-B8A3-20F247E0F87C}" type="pres">
      <dgm:prSet presAssocID="{74B4DBDD-8484-472D-8D4E-1474C93BD908}" presName="horz1" presStyleCnt="0"/>
      <dgm:spPr/>
    </dgm:pt>
    <dgm:pt modelId="{18F74893-E42F-A04C-ACF1-E56416385D49}" type="pres">
      <dgm:prSet presAssocID="{74B4DBDD-8484-472D-8D4E-1474C93BD908}" presName="tx1" presStyleLbl="revTx" presStyleIdx="0" presStyleCnt="8"/>
      <dgm:spPr/>
    </dgm:pt>
    <dgm:pt modelId="{BF55D346-02D7-9148-9578-AB6CD8C31D39}" type="pres">
      <dgm:prSet presAssocID="{74B4DBDD-8484-472D-8D4E-1474C93BD908}" presName="vert1" presStyleCnt="0"/>
      <dgm:spPr/>
    </dgm:pt>
    <dgm:pt modelId="{806C8349-DA03-3545-97D2-F0D91CA7D095}" type="pres">
      <dgm:prSet presAssocID="{3E98F14B-ED10-492F-B9B8-636666D9BA73}" presName="thickLine" presStyleLbl="alignNode1" presStyleIdx="1" presStyleCnt="8"/>
      <dgm:spPr/>
    </dgm:pt>
    <dgm:pt modelId="{612BAE09-2D4F-7143-B503-BF846C51BA95}" type="pres">
      <dgm:prSet presAssocID="{3E98F14B-ED10-492F-B9B8-636666D9BA73}" presName="horz1" presStyleCnt="0"/>
      <dgm:spPr/>
    </dgm:pt>
    <dgm:pt modelId="{1645F128-7756-5546-A2B0-3688301C7098}" type="pres">
      <dgm:prSet presAssocID="{3E98F14B-ED10-492F-B9B8-636666D9BA73}" presName="tx1" presStyleLbl="revTx" presStyleIdx="1" presStyleCnt="8"/>
      <dgm:spPr/>
    </dgm:pt>
    <dgm:pt modelId="{C050C528-D8BA-CE4C-80D8-00B3A29A5F35}" type="pres">
      <dgm:prSet presAssocID="{3E98F14B-ED10-492F-B9B8-636666D9BA73}" presName="vert1" presStyleCnt="0"/>
      <dgm:spPr/>
    </dgm:pt>
    <dgm:pt modelId="{D20BB33D-0824-0E41-993E-277EB8144258}" type="pres">
      <dgm:prSet presAssocID="{5D44A2F5-EE7E-40EB-B573-6DF1EF3286CF}" presName="thickLine" presStyleLbl="alignNode1" presStyleIdx="2" presStyleCnt="8"/>
      <dgm:spPr/>
    </dgm:pt>
    <dgm:pt modelId="{9DABFF29-4CF3-384A-90A7-B8747E73770F}" type="pres">
      <dgm:prSet presAssocID="{5D44A2F5-EE7E-40EB-B573-6DF1EF3286CF}" presName="horz1" presStyleCnt="0"/>
      <dgm:spPr/>
    </dgm:pt>
    <dgm:pt modelId="{DE057143-6241-D847-9256-4AC3303F2818}" type="pres">
      <dgm:prSet presAssocID="{5D44A2F5-EE7E-40EB-B573-6DF1EF3286CF}" presName="tx1" presStyleLbl="revTx" presStyleIdx="2" presStyleCnt="8"/>
      <dgm:spPr/>
    </dgm:pt>
    <dgm:pt modelId="{392C0821-06E3-3747-BEA5-C534F287754D}" type="pres">
      <dgm:prSet presAssocID="{5D44A2F5-EE7E-40EB-B573-6DF1EF3286CF}" presName="vert1" presStyleCnt="0"/>
      <dgm:spPr/>
    </dgm:pt>
    <dgm:pt modelId="{3DD2AFA0-AD2C-1B42-95F5-979A951A265A}" type="pres">
      <dgm:prSet presAssocID="{3D365161-7DF4-4E43-88DE-D1325573A408}" presName="thickLine" presStyleLbl="alignNode1" presStyleIdx="3" presStyleCnt="8"/>
      <dgm:spPr/>
    </dgm:pt>
    <dgm:pt modelId="{06238BCB-A6C0-A440-8D96-8C43DD38455A}" type="pres">
      <dgm:prSet presAssocID="{3D365161-7DF4-4E43-88DE-D1325573A408}" presName="horz1" presStyleCnt="0"/>
      <dgm:spPr/>
    </dgm:pt>
    <dgm:pt modelId="{83E838AB-AFB0-FF48-8CED-8144F9262BC3}" type="pres">
      <dgm:prSet presAssocID="{3D365161-7DF4-4E43-88DE-D1325573A408}" presName="tx1" presStyleLbl="revTx" presStyleIdx="3" presStyleCnt="8"/>
      <dgm:spPr/>
    </dgm:pt>
    <dgm:pt modelId="{7A389E47-F29E-D748-80C6-0F1CBBED88B7}" type="pres">
      <dgm:prSet presAssocID="{3D365161-7DF4-4E43-88DE-D1325573A408}" presName="vert1" presStyleCnt="0"/>
      <dgm:spPr/>
    </dgm:pt>
    <dgm:pt modelId="{CD9E9F56-FFA3-6942-86DC-C406A4B041DD}" type="pres">
      <dgm:prSet presAssocID="{89387A66-7E85-4C07-95E7-1BC2CFF58D8A}" presName="thickLine" presStyleLbl="alignNode1" presStyleIdx="4" presStyleCnt="8"/>
      <dgm:spPr/>
    </dgm:pt>
    <dgm:pt modelId="{E98FF437-6B6F-884F-8D85-D7D8DF5C40C8}" type="pres">
      <dgm:prSet presAssocID="{89387A66-7E85-4C07-95E7-1BC2CFF58D8A}" presName="horz1" presStyleCnt="0"/>
      <dgm:spPr/>
    </dgm:pt>
    <dgm:pt modelId="{44CED1EC-E2EE-2F49-950B-F1F01FD0BC4A}" type="pres">
      <dgm:prSet presAssocID="{89387A66-7E85-4C07-95E7-1BC2CFF58D8A}" presName="tx1" presStyleLbl="revTx" presStyleIdx="4" presStyleCnt="8"/>
      <dgm:spPr/>
    </dgm:pt>
    <dgm:pt modelId="{92293210-7346-024B-B162-DC76C7201E20}" type="pres">
      <dgm:prSet presAssocID="{89387A66-7E85-4C07-95E7-1BC2CFF58D8A}" presName="vert1" presStyleCnt="0"/>
      <dgm:spPr/>
    </dgm:pt>
    <dgm:pt modelId="{13091B1E-D6A8-9846-977E-8D5CFC05A615}" type="pres">
      <dgm:prSet presAssocID="{6FD40A7B-9FB6-41C8-82BE-B0F71844AF3B}" presName="thickLine" presStyleLbl="alignNode1" presStyleIdx="5" presStyleCnt="8"/>
      <dgm:spPr/>
    </dgm:pt>
    <dgm:pt modelId="{C7FE18D4-5E15-7A41-A4CC-0974FDC0089E}" type="pres">
      <dgm:prSet presAssocID="{6FD40A7B-9FB6-41C8-82BE-B0F71844AF3B}" presName="horz1" presStyleCnt="0"/>
      <dgm:spPr/>
    </dgm:pt>
    <dgm:pt modelId="{069E0D15-A519-3B45-84F0-51C406380750}" type="pres">
      <dgm:prSet presAssocID="{6FD40A7B-9FB6-41C8-82BE-B0F71844AF3B}" presName="tx1" presStyleLbl="revTx" presStyleIdx="5" presStyleCnt="8"/>
      <dgm:spPr/>
    </dgm:pt>
    <dgm:pt modelId="{DADAEC9F-409A-7141-95C3-020F340A0825}" type="pres">
      <dgm:prSet presAssocID="{6FD40A7B-9FB6-41C8-82BE-B0F71844AF3B}" presName="vert1" presStyleCnt="0"/>
      <dgm:spPr/>
    </dgm:pt>
    <dgm:pt modelId="{785DE470-0455-9343-B392-59AA8244B04B}" type="pres">
      <dgm:prSet presAssocID="{E4A99DEA-8F30-4209-B65C-08ED54B3A503}" presName="thickLine" presStyleLbl="alignNode1" presStyleIdx="6" presStyleCnt="8"/>
      <dgm:spPr/>
    </dgm:pt>
    <dgm:pt modelId="{A9400763-DA5F-BF40-9F7C-09F135BB9355}" type="pres">
      <dgm:prSet presAssocID="{E4A99DEA-8F30-4209-B65C-08ED54B3A503}" presName="horz1" presStyleCnt="0"/>
      <dgm:spPr/>
    </dgm:pt>
    <dgm:pt modelId="{EEA276A7-BAD8-0D40-B61C-0F0ADADA19AB}" type="pres">
      <dgm:prSet presAssocID="{E4A99DEA-8F30-4209-B65C-08ED54B3A503}" presName="tx1" presStyleLbl="revTx" presStyleIdx="6" presStyleCnt="8"/>
      <dgm:spPr/>
    </dgm:pt>
    <dgm:pt modelId="{57A3D61D-E9E8-A940-A734-5736BE7BE2DF}" type="pres">
      <dgm:prSet presAssocID="{E4A99DEA-8F30-4209-B65C-08ED54B3A503}" presName="vert1" presStyleCnt="0"/>
      <dgm:spPr/>
    </dgm:pt>
    <dgm:pt modelId="{FD0BF57D-5766-474E-9165-6FC2C129B5C1}" type="pres">
      <dgm:prSet presAssocID="{5BE9094C-3F8F-4E34-9B3A-F5D71E8C5A1A}" presName="thickLine" presStyleLbl="alignNode1" presStyleIdx="7" presStyleCnt="8"/>
      <dgm:spPr/>
    </dgm:pt>
    <dgm:pt modelId="{7570B46A-925C-854C-BD7D-124D31CABB6A}" type="pres">
      <dgm:prSet presAssocID="{5BE9094C-3F8F-4E34-9B3A-F5D71E8C5A1A}" presName="horz1" presStyleCnt="0"/>
      <dgm:spPr/>
    </dgm:pt>
    <dgm:pt modelId="{E88F4D7E-C633-3A4D-9EEB-5BD30E1EA85E}" type="pres">
      <dgm:prSet presAssocID="{5BE9094C-3F8F-4E34-9B3A-F5D71E8C5A1A}" presName="tx1" presStyleLbl="revTx" presStyleIdx="7" presStyleCnt="8"/>
      <dgm:spPr/>
    </dgm:pt>
    <dgm:pt modelId="{1B0CA856-704D-8648-A890-512C9F6B3CA8}" type="pres">
      <dgm:prSet presAssocID="{5BE9094C-3F8F-4E34-9B3A-F5D71E8C5A1A}" presName="vert1" presStyleCnt="0"/>
      <dgm:spPr/>
    </dgm:pt>
  </dgm:ptLst>
  <dgm:cxnLst>
    <dgm:cxn modelId="{161AF105-3A52-B14C-A099-17377B9DDF27}" type="presOf" srcId="{E4A99DEA-8F30-4209-B65C-08ED54B3A503}" destId="{EEA276A7-BAD8-0D40-B61C-0F0ADADA19AB}" srcOrd="0" destOrd="0" presId="urn:microsoft.com/office/officeart/2008/layout/LinedList"/>
    <dgm:cxn modelId="{D9245123-B5A4-44C3-A911-8ABE12B70946}" srcId="{25C5B2A0-A4E7-45C3-A3A2-C3E24320E59A}" destId="{3E98F14B-ED10-492F-B9B8-636666D9BA73}" srcOrd="1" destOrd="0" parTransId="{A258CEBD-001F-473A-9E2B-F621C10B6FC1}" sibTransId="{0EADB448-82F1-423E-BBCD-48EE85ABC5AE}"/>
    <dgm:cxn modelId="{3AFA7B2D-47C5-428E-9106-89FB2DD65AFE}" srcId="{25C5B2A0-A4E7-45C3-A3A2-C3E24320E59A}" destId="{89387A66-7E85-4C07-95E7-1BC2CFF58D8A}" srcOrd="4" destOrd="0" parTransId="{9C5EE97F-8214-4496-8F02-9F2BD5AD9359}" sibTransId="{920E5724-5D95-4AEC-BE57-728B42B9F169}"/>
    <dgm:cxn modelId="{C9F8F93A-BC9E-8D47-9774-E0728C67FF84}" type="presOf" srcId="{25C5B2A0-A4E7-45C3-A3A2-C3E24320E59A}" destId="{4CA00975-D76F-5241-9D90-0648CEF89B3E}" srcOrd="0" destOrd="0" presId="urn:microsoft.com/office/officeart/2008/layout/LinedList"/>
    <dgm:cxn modelId="{6290693B-1881-1040-B232-FA9B7F6D8129}" type="presOf" srcId="{3D365161-7DF4-4E43-88DE-D1325573A408}" destId="{83E838AB-AFB0-FF48-8CED-8144F9262BC3}" srcOrd="0" destOrd="0" presId="urn:microsoft.com/office/officeart/2008/layout/LinedList"/>
    <dgm:cxn modelId="{E6B1334C-1AEE-4F33-BA30-199D96C03640}" srcId="{25C5B2A0-A4E7-45C3-A3A2-C3E24320E59A}" destId="{6FD40A7B-9FB6-41C8-82BE-B0F71844AF3B}" srcOrd="5" destOrd="0" parTransId="{9029517A-23A2-4C7C-9CBD-DBB27E2D1DE5}" sibTransId="{EF94B393-0D61-40C9-AB3E-A3FA9E6D48EA}"/>
    <dgm:cxn modelId="{82AFF24F-605E-7545-AA6D-37AF1C9B8993}" type="presOf" srcId="{74B4DBDD-8484-472D-8D4E-1474C93BD908}" destId="{18F74893-E42F-A04C-ACF1-E56416385D49}" srcOrd="0" destOrd="0" presId="urn:microsoft.com/office/officeart/2008/layout/LinedList"/>
    <dgm:cxn modelId="{0C37F84F-CB3D-4A6A-987E-87D9B04F3E95}" srcId="{25C5B2A0-A4E7-45C3-A3A2-C3E24320E59A}" destId="{3D365161-7DF4-4E43-88DE-D1325573A408}" srcOrd="3" destOrd="0" parTransId="{2144B9F1-F618-448C-97E6-679FC332373F}" sibTransId="{4899C5B8-1EF7-4CF6-8F92-513150B882E0}"/>
    <dgm:cxn modelId="{94646F70-54F6-2A4D-8B5A-CF338A4A5BEC}" type="presOf" srcId="{3E98F14B-ED10-492F-B9B8-636666D9BA73}" destId="{1645F128-7756-5546-A2B0-3688301C7098}" srcOrd="0" destOrd="0" presId="urn:microsoft.com/office/officeart/2008/layout/LinedList"/>
    <dgm:cxn modelId="{20F65987-DCD2-49F8-911E-D95C4E1C1CC0}" srcId="{25C5B2A0-A4E7-45C3-A3A2-C3E24320E59A}" destId="{5D44A2F5-EE7E-40EB-B573-6DF1EF3286CF}" srcOrd="2" destOrd="0" parTransId="{2E5B227C-4178-4E64-B5A2-FB2F0E774203}" sibTransId="{6EF81CFF-92A0-4DB3-BEE5-77C3660FA937}"/>
    <dgm:cxn modelId="{01E68F89-1EB2-43F2-9F4F-508106ACFEC6}" srcId="{25C5B2A0-A4E7-45C3-A3A2-C3E24320E59A}" destId="{5BE9094C-3F8F-4E34-9B3A-F5D71E8C5A1A}" srcOrd="7" destOrd="0" parTransId="{A56F858A-F6DD-4E78-B138-443160277482}" sibTransId="{E4520A7C-EAC9-499F-8B87-16485477B3B6}"/>
    <dgm:cxn modelId="{E0E6B799-D782-614D-BAEF-CEC3166C43AF}" type="presOf" srcId="{5D44A2F5-EE7E-40EB-B573-6DF1EF3286CF}" destId="{DE057143-6241-D847-9256-4AC3303F2818}" srcOrd="0" destOrd="0" presId="urn:microsoft.com/office/officeart/2008/layout/LinedList"/>
    <dgm:cxn modelId="{430A34A2-DAC4-2A4D-A948-1F625724E046}" type="presOf" srcId="{6FD40A7B-9FB6-41C8-82BE-B0F71844AF3B}" destId="{069E0D15-A519-3B45-84F0-51C406380750}" srcOrd="0" destOrd="0" presId="urn:microsoft.com/office/officeart/2008/layout/LinedList"/>
    <dgm:cxn modelId="{6ACBEFB5-3AD7-4D5A-814A-A0CC6F148206}" srcId="{25C5B2A0-A4E7-45C3-A3A2-C3E24320E59A}" destId="{E4A99DEA-8F30-4209-B65C-08ED54B3A503}" srcOrd="6" destOrd="0" parTransId="{8F494D1A-FF40-4999-B22C-392FFBAE4B58}" sibTransId="{52A6FF63-1E63-410B-949E-6B2D44053B70}"/>
    <dgm:cxn modelId="{2208C0D5-7111-C845-9ECB-62AEFCF4D027}" type="presOf" srcId="{89387A66-7E85-4C07-95E7-1BC2CFF58D8A}" destId="{44CED1EC-E2EE-2F49-950B-F1F01FD0BC4A}" srcOrd="0" destOrd="0" presId="urn:microsoft.com/office/officeart/2008/layout/LinedList"/>
    <dgm:cxn modelId="{203601F2-DC68-8A47-9FC7-485A5EF03D2E}" type="presOf" srcId="{5BE9094C-3F8F-4E34-9B3A-F5D71E8C5A1A}" destId="{E88F4D7E-C633-3A4D-9EEB-5BD30E1EA85E}" srcOrd="0" destOrd="0" presId="urn:microsoft.com/office/officeart/2008/layout/LinedList"/>
    <dgm:cxn modelId="{5486BBF7-C459-4208-9C51-1D47F4CDDC94}" srcId="{25C5B2A0-A4E7-45C3-A3A2-C3E24320E59A}" destId="{74B4DBDD-8484-472D-8D4E-1474C93BD908}" srcOrd="0" destOrd="0" parTransId="{34A58670-CC04-4301-A6E5-C084B42CF892}" sibTransId="{37919A62-0D27-4AD6-8B07-707519C3761A}"/>
    <dgm:cxn modelId="{8E2693F9-E8C7-BB42-801A-FE9DF2859702}" type="presParOf" srcId="{4CA00975-D76F-5241-9D90-0648CEF89B3E}" destId="{BC48982B-DB26-D94D-A4E6-E0281C8C6D2F}" srcOrd="0" destOrd="0" presId="urn:microsoft.com/office/officeart/2008/layout/LinedList"/>
    <dgm:cxn modelId="{704C80F6-2820-6B44-A2A8-5CCC5B1F283E}" type="presParOf" srcId="{4CA00975-D76F-5241-9D90-0648CEF89B3E}" destId="{5345A368-A29F-3B41-B8A3-20F247E0F87C}" srcOrd="1" destOrd="0" presId="urn:microsoft.com/office/officeart/2008/layout/LinedList"/>
    <dgm:cxn modelId="{A923C886-8205-024B-8941-5B8402710370}" type="presParOf" srcId="{5345A368-A29F-3B41-B8A3-20F247E0F87C}" destId="{18F74893-E42F-A04C-ACF1-E56416385D49}" srcOrd="0" destOrd="0" presId="urn:microsoft.com/office/officeart/2008/layout/LinedList"/>
    <dgm:cxn modelId="{77A66862-5F77-E44F-9EBB-FB635B7B01CB}" type="presParOf" srcId="{5345A368-A29F-3B41-B8A3-20F247E0F87C}" destId="{BF55D346-02D7-9148-9578-AB6CD8C31D39}" srcOrd="1" destOrd="0" presId="urn:microsoft.com/office/officeart/2008/layout/LinedList"/>
    <dgm:cxn modelId="{A1DDA279-28CE-434C-91AB-0042DEBE121A}" type="presParOf" srcId="{4CA00975-D76F-5241-9D90-0648CEF89B3E}" destId="{806C8349-DA03-3545-97D2-F0D91CA7D095}" srcOrd="2" destOrd="0" presId="urn:microsoft.com/office/officeart/2008/layout/LinedList"/>
    <dgm:cxn modelId="{1D760424-6FE9-B442-BA6F-0E1D5A6CAD27}" type="presParOf" srcId="{4CA00975-D76F-5241-9D90-0648CEF89B3E}" destId="{612BAE09-2D4F-7143-B503-BF846C51BA95}" srcOrd="3" destOrd="0" presId="urn:microsoft.com/office/officeart/2008/layout/LinedList"/>
    <dgm:cxn modelId="{717CB431-A785-6542-BC60-14C26944C669}" type="presParOf" srcId="{612BAE09-2D4F-7143-B503-BF846C51BA95}" destId="{1645F128-7756-5546-A2B0-3688301C7098}" srcOrd="0" destOrd="0" presId="urn:microsoft.com/office/officeart/2008/layout/LinedList"/>
    <dgm:cxn modelId="{F2DDE9E3-B300-1E42-8875-3B3818AEFDCF}" type="presParOf" srcId="{612BAE09-2D4F-7143-B503-BF846C51BA95}" destId="{C050C528-D8BA-CE4C-80D8-00B3A29A5F35}" srcOrd="1" destOrd="0" presId="urn:microsoft.com/office/officeart/2008/layout/LinedList"/>
    <dgm:cxn modelId="{4472C167-B3A7-0C47-91C8-2B6A75F07FC9}" type="presParOf" srcId="{4CA00975-D76F-5241-9D90-0648CEF89B3E}" destId="{D20BB33D-0824-0E41-993E-277EB8144258}" srcOrd="4" destOrd="0" presId="urn:microsoft.com/office/officeart/2008/layout/LinedList"/>
    <dgm:cxn modelId="{D87398E4-B961-B94B-9ABE-AE5D3CEAB15E}" type="presParOf" srcId="{4CA00975-D76F-5241-9D90-0648CEF89B3E}" destId="{9DABFF29-4CF3-384A-90A7-B8747E73770F}" srcOrd="5" destOrd="0" presId="urn:microsoft.com/office/officeart/2008/layout/LinedList"/>
    <dgm:cxn modelId="{0030E2B2-6E1B-BD4E-9EBA-300600816039}" type="presParOf" srcId="{9DABFF29-4CF3-384A-90A7-B8747E73770F}" destId="{DE057143-6241-D847-9256-4AC3303F2818}" srcOrd="0" destOrd="0" presId="urn:microsoft.com/office/officeart/2008/layout/LinedList"/>
    <dgm:cxn modelId="{2F3182E3-EED7-DA41-9DB4-B12D25B65DE3}" type="presParOf" srcId="{9DABFF29-4CF3-384A-90A7-B8747E73770F}" destId="{392C0821-06E3-3747-BEA5-C534F287754D}" srcOrd="1" destOrd="0" presId="urn:microsoft.com/office/officeart/2008/layout/LinedList"/>
    <dgm:cxn modelId="{BDFE2838-6FBF-A54E-B7FB-EE5DA1931D28}" type="presParOf" srcId="{4CA00975-D76F-5241-9D90-0648CEF89B3E}" destId="{3DD2AFA0-AD2C-1B42-95F5-979A951A265A}" srcOrd="6" destOrd="0" presId="urn:microsoft.com/office/officeart/2008/layout/LinedList"/>
    <dgm:cxn modelId="{ED3DB3B7-6FD9-5346-8BBC-217EDD75D2BA}" type="presParOf" srcId="{4CA00975-D76F-5241-9D90-0648CEF89B3E}" destId="{06238BCB-A6C0-A440-8D96-8C43DD38455A}" srcOrd="7" destOrd="0" presId="urn:microsoft.com/office/officeart/2008/layout/LinedList"/>
    <dgm:cxn modelId="{5D88D6C0-C74C-454A-B801-8A1C4E15B418}" type="presParOf" srcId="{06238BCB-A6C0-A440-8D96-8C43DD38455A}" destId="{83E838AB-AFB0-FF48-8CED-8144F9262BC3}" srcOrd="0" destOrd="0" presId="urn:microsoft.com/office/officeart/2008/layout/LinedList"/>
    <dgm:cxn modelId="{6CCE6BCA-0C25-A64F-815E-7E9850BD19C7}" type="presParOf" srcId="{06238BCB-A6C0-A440-8D96-8C43DD38455A}" destId="{7A389E47-F29E-D748-80C6-0F1CBBED88B7}" srcOrd="1" destOrd="0" presId="urn:microsoft.com/office/officeart/2008/layout/LinedList"/>
    <dgm:cxn modelId="{1B5DF11A-CBB2-614F-A353-4575AA4E4F32}" type="presParOf" srcId="{4CA00975-D76F-5241-9D90-0648CEF89B3E}" destId="{CD9E9F56-FFA3-6942-86DC-C406A4B041DD}" srcOrd="8" destOrd="0" presId="urn:microsoft.com/office/officeart/2008/layout/LinedList"/>
    <dgm:cxn modelId="{0D2E4A4D-A276-FF44-9243-957D74EE8943}" type="presParOf" srcId="{4CA00975-D76F-5241-9D90-0648CEF89B3E}" destId="{E98FF437-6B6F-884F-8D85-D7D8DF5C40C8}" srcOrd="9" destOrd="0" presId="urn:microsoft.com/office/officeart/2008/layout/LinedList"/>
    <dgm:cxn modelId="{6536CF58-3D28-064E-A4BB-7BBB5C310409}" type="presParOf" srcId="{E98FF437-6B6F-884F-8D85-D7D8DF5C40C8}" destId="{44CED1EC-E2EE-2F49-950B-F1F01FD0BC4A}" srcOrd="0" destOrd="0" presId="urn:microsoft.com/office/officeart/2008/layout/LinedList"/>
    <dgm:cxn modelId="{27305099-9E94-E443-ABE8-34E39B04E102}" type="presParOf" srcId="{E98FF437-6B6F-884F-8D85-D7D8DF5C40C8}" destId="{92293210-7346-024B-B162-DC76C7201E20}" srcOrd="1" destOrd="0" presId="urn:microsoft.com/office/officeart/2008/layout/LinedList"/>
    <dgm:cxn modelId="{048ABD7E-AA36-F446-8B79-7609BC69904C}" type="presParOf" srcId="{4CA00975-D76F-5241-9D90-0648CEF89B3E}" destId="{13091B1E-D6A8-9846-977E-8D5CFC05A615}" srcOrd="10" destOrd="0" presId="urn:microsoft.com/office/officeart/2008/layout/LinedList"/>
    <dgm:cxn modelId="{4DA4B9E4-70A7-3143-8B08-15B4605322DF}" type="presParOf" srcId="{4CA00975-D76F-5241-9D90-0648CEF89B3E}" destId="{C7FE18D4-5E15-7A41-A4CC-0974FDC0089E}" srcOrd="11" destOrd="0" presId="urn:microsoft.com/office/officeart/2008/layout/LinedList"/>
    <dgm:cxn modelId="{5D7C12E3-B324-0C4D-A707-5031C22B2C6D}" type="presParOf" srcId="{C7FE18D4-5E15-7A41-A4CC-0974FDC0089E}" destId="{069E0D15-A519-3B45-84F0-51C406380750}" srcOrd="0" destOrd="0" presId="urn:microsoft.com/office/officeart/2008/layout/LinedList"/>
    <dgm:cxn modelId="{2B8D5999-3F72-1844-8684-C39AE68C3CD9}" type="presParOf" srcId="{C7FE18D4-5E15-7A41-A4CC-0974FDC0089E}" destId="{DADAEC9F-409A-7141-95C3-020F340A0825}" srcOrd="1" destOrd="0" presId="urn:microsoft.com/office/officeart/2008/layout/LinedList"/>
    <dgm:cxn modelId="{5A2CC320-112F-5B4B-A732-12FA48C7B2CD}" type="presParOf" srcId="{4CA00975-D76F-5241-9D90-0648CEF89B3E}" destId="{785DE470-0455-9343-B392-59AA8244B04B}" srcOrd="12" destOrd="0" presId="urn:microsoft.com/office/officeart/2008/layout/LinedList"/>
    <dgm:cxn modelId="{7A5F9BA4-9E25-B645-9739-AD3C03ED8FD3}" type="presParOf" srcId="{4CA00975-D76F-5241-9D90-0648CEF89B3E}" destId="{A9400763-DA5F-BF40-9F7C-09F135BB9355}" srcOrd="13" destOrd="0" presId="urn:microsoft.com/office/officeart/2008/layout/LinedList"/>
    <dgm:cxn modelId="{19DD9816-EFAB-C84B-A9D7-CD5DBCA8BF4A}" type="presParOf" srcId="{A9400763-DA5F-BF40-9F7C-09F135BB9355}" destId="{EEA276A7-BAD8-0D40-B61C-0F0ADADA19AB}" srcOrd="0" destOrd="0" presId="urn:microsoft.com/office/officeart/2008/layout/LinedList"/>
    <dgm:cxn modelId="{51DD5B9E-A88F-A24C-866D-4B8DC318562D}" type="presParOf" srcId="{A9400763-DA5F-BF40-9F7C-09F135BB9355}" destId="{57A3D61D-E9E8-A940-A734-5736BE7BE2DF}" srcOrd="1" destOrd="0" presId="urn:microsoft.com/office/officeart/2008/layout/LinedList"/>
    <dgm:cxn modelId="{784B55A1-9ED5-A645-8308-3036322BF142}" type="presParOf" srcId="{4CA00975-D76F-5241-9D90-0648CEF89B3E}" destId="{FD0BF57D-5766-474E-9165-6FC2C129B5C1}" srcOrd="14" destOrd="0" presId="urn:microsoft.com/office/officeart/2008/layout/LinedList"/>
    <dgm:cxn modelId="{C2B405A8-8813-1D4B-8860-33465AB52BB0}" type="presParOf" srcId="{4CA00975-D76F-5241-9D90-0648CEF89B3E}" destId="{7570B46A-925C-854C-BD7D-124D31CABB6A}" srcOrd="15" destOrd="0" presId="urn:microsoft.com/office/officeart/2008/layout/LinedList"/>
    <dgm:cxn modelId="{36F3427C-E137-9141-971F-85C9EB6C96C3}" type="presParOf" srcId="{7570B46A-925C-854C-BD7D-124D31CABB6A}" destId="{E88F4D7E-C633-3A4D-9EEB-5BD30E1EA85E}" srcOrd="0" destOrd="0" presId="urn:microsoft.com/office/officeart/2008/layout/LinedList"/>
    <dgm:cxn modelId="{DDD3D7CE-F5E1-C341-825A-48B8C26E9015}" type="presParOf" srcId="{7570B46A-925C-854C-BD7D-124D31CABB6A}" destId="{1B0CA856-704D-8648-A890-512C9F6B3CA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74A90A-C633-4D76-BB4B-DB99040ACFE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91ED42E-CA76-45E9-8390-38FFA806B39E}">
      <dgm:prSet custT="1"/>
      <dgm:spPr/>
      <dgm:t>
        <a:bodyPr/>
        <a:lstStyle/>
        <a:p>
          <a:pPr algn="l"/>
          <a:r>
            <a:rPr lang="en-US" sz="2400" b="0" i="0" baseline="0">
              <a:latin typeface="Calibri" panose="020F0502020204030204" pitchFamily="34" charset="0"/>
              <a:cs typeface="Calibri" panose="020F0502020204030204" pitchFamily="34" charset="0"/>
            </a:rPr>
            <a:t>File format: </a:t>
          </a:r>
          <a:r>
            <a:rPr lang="en-US" sz="2400" b="1" i="0" baseline="0">
              <a:latin typeface="Calibri" panose="020F0502020204030204" pitchFamily="34" charset="0"/>
              <a:cs typeface="Calibri" panose="020F0502020204030204" pitchFamily="34" charset="0"/>
            </a:rPr>
            <a:t>CSV (.csv)</a:t>
          </a:r>
          <a:endParaRPr lang="en-US" sz="2400">
            <a:latin typeface="Calibri" panose="020F0502020204030204" pitchFamily="34" charset="0"/>
            <a:cs typeface="Calibri" panose="020F0502020204030204" pitchFamily="34" charset="0"/>
          </a:endParaRPr>
        </a:p>
      </dgm:t>
    </dgm:pt>
    <dgm:pt modelId="{F467CDBA-A769-49E1-8CA6-06381FC2814B}" type="par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0FBF4F6E-2A93-42F3-A231-3A17B668FD98}" type="sibTrans" cxnId="{051A19B0-E391-4697-81F2-69A2EC6E9449}">
      <dgm:prSet/>
      <dgm:spPr/>
      <dgm:t>
        <a:bodyPr/>
        <a:lstStyle/>
        <a:p>
          <a:pPr algn="l"/>
          <a:endParaRPr lang="en-US" sz="2400">
            <a:latin typeface="Calibri" panose="020F0502020204030204" pitchFamily="34" charset="0"/>
            <a:cs typeface="Calibri" panose="020F0502020204030204" pitchFamily="34" charset="0"/>
          </a:endParaRPr>
        </a:p>
      </dgm:t>
    </dgm:pt>
    <dgm:pt modelId="{564B42BD-9593-4B9B-8220-5721CF1B2FB1}">
      <dgm:prSet custT="1"/>
      <dgm:spPr/>
      <dgm:t>
        <a:bodyPr/>
        <a:lstStyle/>
        <a:p>
          <a:pPr algn="l"/>
          <a:r>
            <a:rPr lang="en-US" sz="2400" b="0" i="0" baseline="0" dirty="0">
              <a:latin typeface="Calibri" panose="020F0502020204030204" pitchFamily="34" charset="0"/>
              <a:cs typeface="Calibri" panose="020F0502020204030204" pitchFamily="34" charset="0"/>
            </a:rPr>
            <a:t>Rows represent county-level observations</a:t>
          </a:r>
          <a:endParaRPr lang="en-US" sz="2400" dirty="0">
            <a:latin typeface="Calibri" panose="020F0502020204030204" pitchFamily="34" charset="0"/>
            <a:cs typeface="Calibri" panose="020F0502020204030204" pitchFamily="34" charset="0"/>
          </a:endParaRPr>
        </a:p>
      </dgm:t>
    </dgm:pt>
    <dgm:pt modelId="{FCF0CE7A-55C0-4EA5-A1E6-2A57DD642F07}" type="par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75F48868-1455-4307-9DC4-DF428E6903BD}" type="sibTrans" cxnId="{402FF676-116E-444C-B8C9-E86C5132A28B}">
      <dgm:prSet/>
      <dgm:spPr/>
      <dgm:t>
        <a:bodyPr/>
        <a:lstStyle/>
        <a:p>
          <a:pPr algn="l"/>
          <a:endParaRPr lang="en-US" sz="2400">
            <a:latin typeface="Calibri" panose="020F0502020204030204" pitchFamily="34" charset="0"/>
            <a:cs typeface="Calibri" panose="020F0502020204030204" pitchFamily="34" charset="0"/>
          </a:endParaRPr>
        </a:p>
      </dgm:t>
    </dgm:pt>
    <dgm:pt modelId="{5745A8F8-38F0-44EF-A9DD-B36518EB6BFA}">
      <dgm:prSet custT="1"/>
      <dgm:spPr/>
      <dgm:t>
        <a:bodyPr/>
        <a:lstStyle/>
        <a:p>
          <a:pPr algn="l"/>
          <a:r>
            <a:rPr lang="en-US" sz="2400" b="0" i="0" baseline="0">
              <a:latin typeface="Calibri" panose="020F0502020204030204" pitchFamily="34" charset="0"/>
              <a:cs typeface="Calibri" panose="020F0502020204030204" pitchFamily="34" charset="0"/>
            </a:rPr>
            <a:t>Columns represent lung cancer outcomes, geographic identifiers, and risk factors</a:t>
          </a:r>
          <a:endParaRPr lang="en-US" sz="2400">
            <a:latin typeface="Calibri" panose="020F0502020204030204" pitchFamily="34" charset="0"/>
            <a:cs typeface="Calibri" panose="020F0502020204030204" pitchFamily="34" charset="0"/>
          </a:endParaRPr>
        </a:p>
      </dgm:t>
    </dgm:pt>
    <dgm:pt modelId="{261C00AC-D612-41FE-8041-7472DAFC6EEC}" type="par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79EA305B-2846-468E-91BD-386FC501CB34}" type="sibTrans" cxnId="{1603C386-FCF4-4681-A8B8-42C459578856}">
      <dgm:prSet/>
      <dgm:spPr/>
      <dgm:t>
        <a:bodyPr/>
        <a:lstStyle/>
        <a:p>
          <a:pPr algn="l"/>
          <a:endParaRPr lang="en-US" sz="2400">
            <a:latin typeface="Calibri" panose="020F0502020204030204" pitchFamily="34" charset="0"/>
            <a:cs typeface="Calibri" panose="020F0502020204030204" pitchFamily="34" charset="0"/>
          </a:endParaRPr>
        </a:p>
      </dgm:t>
    </dgm:pt>
    <dgm:pt modelId="{A50D4536-92A2-49E9-99B5-75B6A7103C5D}">
      <dgm:prSet custT="1"/>
      <dgm:spPr/>
      <dgm:t>
        <a:bodyPr/>
        <a:lstStyle/>
        <a:p>
          <a:pPr algn="l"/>
          <a:r>
            <a:rPr lang="en-US" sz="2400" b="1" i="0" baseline="0" dirty="0">
              <a:latin typeface="Calibri" panose="020F0502020204030204" pitchFamily="34" charset="0"/>
              <a:cs typeface="Calibri" panose="020F0502020204030204" pitchFamily="34" charset="0"/>
            </a:rPr>
            <a:t>Data can be analyzed using:</a:t>
          </a:r>
          <a:endParaRPr lang="en-US" sz="2400" b="1" dirty="0">
            <a:latin typeface="Calibri" panose="020F0502020204030204" pitchFamily="34" charset="0"/>
            <a:cs typeface="Calibri" panose="020F0502020204030204" pitchFamily="34" charset="0"/>
          </a:endParaRPr>
        </a:p>
      </dgm:t>
    </dgm:pt>
    <dgm:pt modelId="{9CD46926-856F-4E37-A947-76152B12220A}" type="par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06271E79-CBF4-4203-8521-EC180D2A27EF}" type="sibTrans" cxnId="{73D57CD3-51D3-41DA-90D2-5A7889CBB145}">
      <dgm:prSet/>
      <dgm:spPr/>
      <dgm:t>
        <a:bodyPr/>
        <a:lstStyle/>
        <a:p>
          <a:pPr algn="l"/>
          <a:endParaRPr lang="en-US" sz="2400">
            <a:latin typeface="Calibri" panose="020F0502020204030204" pitchFamily="34" charset="0"/>
            <a:cs typeface="Calibri" panose="020F0502020204030204" pitchFamily="34" charset="0"/>
          </a:endParaRPr>
        </a:p>
      </dgm:t>
    </dgm:pt>
    <dgm:pt modelId="{AFD43849-963B-46AC-A661-06B0A919C66F}">
      <dgm:prSet custT="1"/>
      <dgm:spPr/>
      <dgm:t>
        <a:bodyPr/>
        <a:lstStyle/>
        <a:p>
          <a:pPr algn="l"/>
          <a:r>
            <a:rPr lang="en-US" sz="2400" b="0" i="0" baseline="0">
              <a:latin typeface="Calibri" panose="020F0502020204030204" pitchFamily="34" charset="0"/>
              <a:cs typeface="Calibri" panose="020F0502020204030204" pitchFamily="34" charset="0"/>
            </a:rPr>
            <a:t>Python (Pandas)</a:t>
          </a:r>
          <a:endParaRPr lang="en-US" sz="2400">
            <a:latin typeface="Calibri" panose="020F0502020204030204" pitchFamily="34" charset="0"/>
            <a:cs typeface="Calibri" panose="020F0502020204030204" pitchFamily="34" charset="0"/>
          </a:endParaRPr>
        </a:p>
      </dgm:t>
    </dgm:pt>
    <dgm:pt modelId="{A5433E41-9B58-4931-97ED-514E60BDECD8}" type="par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2C89E60B-4ADD-4950-8780-11C9F80F190F}" type="sibTrans" cxnId="{D1209028-5FFF-4652-8806-98358FDD860B}">
      <dgm:prSet/>
      <dgm:spPr/>
      <dgm:t>
        <a:bodyPr/>
        <a:lstStyle/>
        <a:p>
          <a:pPr algn="l"/>
          <a:endParaRPr lang="en-US" sz="2400">
            <a:latin typeface="Calibri" panose="020F0502020204030204" pitchFamily="34" charset="0"/>
            <a:cs typeface="Calibri" panose="020F0502020204030204" pitchFamily="34" charset="0"/>
          </a:endParaRPr>
        </a:p>
      </dgm:t>
    </dgm:pt>
    <dgm:pt modelId="{08454A5D-53D5-490B-BB07-ED777E9E2C60}">
      <dgm:prSet custT="1"/>
      <dgm:spPr/>
      <dgm:t>
        <a:bodyPr/>
        <a:lstStyle/>
        <a:p>
          <a:pPr algn="l"/>
          <a:r>
            <a:rPr lang="en-US" sz="2400" b="0" i="0" baseline="0">
              <a:latin typeface="Calibri" panose="020F0502020204030204" pitchFamily="34" charset="0"/>
              <a:cs typeface="Calibri" panose="020F0502020204030204" pitchFamily="34" charset="0"/>
            </a:rPr>
            <a:t>R</a:t>
          </a:r>
          <a:endParaRPr lang="en-US" sz="2400">
            <a:latin typeface="Calibri" panose="020F0502020204030204" pitchFamily="34" charset="0"/>
            <a:cs typeface="Calibri" panose="020F0502020204030204" pitchFamily="34" charset="0"/>
          </a:endParaRPr>
        </a:p>
      </dgm:t>
    </dgm:pt>
    <dgm:pt modelId="{78362EA0-2CFB-4B04-A1B6-AFC9489F5DC6}" type="par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A47039B6-D2C2-42CF-B358-C4AF5C459CF3}" type="sibTrans" cxnId="{0E49A2D1-302F-4542-9A83-46EFAA72833B}">
      <dgm:prSet/>
      <dgm:spPr/>
      <dgm:t>
        <a:bodyPr/>
        <a:lstStyle/>
        <a:p>
          <a:pPr algn="l"/>
          <a:endParaRPr lang="en-US" sz="2400">
            <a:latin typeface="Calibri" panose="020F0502020204030204" pitchFamily="34" charset="0"/>
            <a:cs typeface="Calibri" panose="020F0502020204030204" pitchFamily="34" charset="0"/>
          </a:endParaRPr>
        </a:p>
      </dgm:t>
    </dgm:pt>
    <dgm:pt modelId="{2723E4FF-8563-4F9C-BACB-58D3189D52D9}">
      <dgm:prSet custT="1"/>
      <dgm:spPr/>
      <dgm:t>
        <a:bodyPr/>
        <a:lstStyle/>
        <a:p>
          <a:pPr algn="l"/>
          <a:r>
            <a:rPr lang="en-US" sz="2400" b="0" i="0" baseline="0">
              <a:latin typeface="Calibri" panose="020F0502020204030204" pitchFamily="34" charset="0"/>
              <a:cs typeface="Calibri" panose="020F0502020204030204" pitchFamily="34" charset="0"/>
            </a:rPr>
            <a:t>Excel</a:t>
          </a:r>
          <a:endParaRPr lang="en-US" sz="2400">
            <a:latin typeface="Calibri" panose="020F0502020204030204" pitchFamily="34" charset="0"/>
            <a:cs typeface="Calibri" panose="020F0502020204030204" pitchFamily="34" charset="0"/>
          </a:endParaRPr>
        </a:p>
      </dgm:t>
    </dgm:pt>
    <dgm:pt modelId="{3ECB94F1-559F-4D37-97FA-35DE5CE14FFE}" type="par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0683EB0E-1050-4044-B977-5DEDDAAD5FB0}" type="sibTrans" cxnId="{05B85037-5C74-430A-8A70-EE0E8661D453}">
      <dgm:prSet/>
      <dgm:spPr/>
      <dgm:t>
        <a:bodyPr/>
        <a:lstStyle/>
        <a:p>
          <a:pPr algn="l"/>
          <a:endParaRPr lang="en-US" sz="2400">
            <a:latin typeface="Calibri" panose="020F0502020204030204" pitchFamily="34" charset="0"/>
            <a:cs typeface="Calibri" panose="020F0502020204030204" pitchFamily="34" charset="0"/>
          </a:endParaRPr>
        </a:p>
      </dgm:t>
    </dgm:pt>
    <dgm:pt modelId="{B5697AB8-D249-48D0-8FE0-F1CEDBD39689}">
      <dgm:prSet custT="1"/>
      <dgm:spPr/>
      <dgm:t>
        <a:bodyPr/>
        <a:lstStyle/>
        <a:p>
          <a:pPr algn="l"/>
          <a:r>
            <a:rPr lang="en-US" sz="2400" b="0" i="0" baseline="0">
              <a:latin typeface="Calibri" panose="020F0502020204030204" pitchFamily="34" charset="0"/>
              <a:cs typeface="Calibri" panose="020F0502020204030204" pitchFamily="34" charset="0"/>
            </a:rPr>
            <a:t>Statistical and machine learning tools</a:t>
          </a:r>
          <a:endParaRPr lang="en-US" sz="2400">
            <a:latin typeface="Calibri" panose="020F0502020204030204" pitchFamily="34" charset="0"/>
            <a:cs typeface="Calibri" panose="020F0502020204030204" pitchFamily="34" charset="0"/>
          </a:endParaRPr>
        </a:p>
      </dgm:t>
    </dgm:pt>
    <dgm:pt modelId="{BF2E978F-8665-423B-8763-20D4C458E73E}" type="par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A9219E4D-1A62-4855-958F-955784ADF7A9}" type="sibTrans" cxnId="{29EEDDD0-C376-407C-8BF3-FD009629E905}">
      <dgm:prSet/>
      <dgm:spPr/>
      <dgm:t>
        <a:bodyPr/>
        <a:lstStyle/>
        <a:p>
          <a:pPr algn="l"/>
          <a:endParaRPr lang="en-US" sz="2400">
            <a:latin typeface="Calibri" panose="020F0502020204030204" pitchFamily="34" charset="0"/>
            <a:cs typeface="Calibri" panose="020F0502020204030204" pitchFamily="34" charset="0"/>
          </a:endParaRPr>
        </a:p>
      </dgm:t>
    </dgm:pt>
    <dgm:pt modelId="{4882297E-3137-B742-9AA5-3D91E37D4B93}" type="pres">
      <dgm:prSet presAssocID="{3D74A90A-C633-4D76-BB4B-DB99040ACFE5}" presName="vert0" presStyleCnt="0">
        <dgm:presLayoutVars>
          <dgm:dir/>
          <dgm:animOne val="branch"/>
          <dgm:animLvl val="lvl"/>
        </dgm:presLayoutVars>
      </dgm:prSet>
      <dgm:spPr/>
    </dgm:pt>
    <dgm:pt modelId="{8C4FA9CF-1A0D-8D41-8DBB-1D56B4E7C49B}" type="pres">
      <dgm:prSet presAssocID="{191ED42E-CA76-45E9-8390-38FFA806B39E}" presName="thickLine" presStyleLbl="alignNode1" presStyleIdx="0" presStyleCnt="8"/>
      <dgm:spPr/>
    </dgm:pt>
    <dgm:pt modelId="{92E5D458-F5A1-9C4A-A04F-B8CE53597DA1}" type="pres">
      <dgm:prSet presAssocID="{191ED42E-CA76-45E9-8390-38FFA806B39E}" presName="horz1" presStyleCnt="0"/>
      <dgm:spPr/>
    </dgm:pt>
    <dgm:pt modelId="{6F466B8F-7301-FA40-8ECB-DBDBCF7386C9}" type="pres">
      <dgm:prSet presAssocID="{191ED42E-CA76-45E9-8390-38FFA806B39E}" presName="tx1" presStyleLbl="revTx" presStyleIdx="0" presStyleCnt="8"/>
      <dgm:spPr/>
    </dgm:pt>
    <dgm:pt modelId="{6B1D6D1A-A63E-5947-B5A5-994D6BAF5F0A}" type="pres">
      <dgm:prSet presAssocID="{191ED42E-CA76-45E9-8390-38FFA806B39E}" presName="vert1" presStyleCnt="0"/>
      <dgm:spPr/>
    </dgm:pt>
    <dgm:pt modelId="{6DB7B6CA-AAFF-6F44-AD17-1FD484EC2412}" type="pres">
      <dgm:prSet presAssocID="{564B42BD-9593-4B9B-8220-5721CF1B2FB1}" presName="thickLine" presStyleLbl="alignNode1" presStyleIdx="1" presStyleCnt="8"/>
      <dgm:spPr/>
    </dgm:pt>
    <dgm:pt modelId="{E13289AD-7A03-5349-A740-0D41F325DFF6}" type="pres">
      <dgm:prSet presAssocID="{564B42BD-9593-4B9B-8220-5721CF1B2FB1}" presName="horz1" presStyleCnt="0"/>
      <dgm:spPr/>
    </dgm:pt>
    <dgm:pt modelId="{0959B70A-010A-614F-B603-22212AF3C589}" type="pres">
      <dgm:prSet presAssocID="{564B42BD-9593-4B9B-8220-5721CF1B2FB1}" presName="tx1" presStyleLbl="revTx" presStyleIdx="1" presStyleCnt="8"/>
      <dgm:spPr/>
    </dgm:pt>
    <dgm:pt modelId="{4053F961-BCE2-F94F-B3BC-D0515A73B25B}" type="pres">
      <dgm:prSet presAssocID="{564B42BD-9593-4B9B-8220-5721CF1B2FB1}" presName="vert1" presStyleCnt="0"/>
      <dgm:spPr/>
    </dgm:pt>
    <dgm:pt modelId="{73BB3308-1172-BD4C-880A-8FD0B45CE7E0}" type="pres">
      <dgm:prSet presAssocID="{5745A8F8-38F0-44EF-A9DD-B36518EB6BFA}" presName="thickLine" presStyleLbl="alignNode1" presStyleIdx="2" presStyleCnt="8"/>
      <dgm:spPr/>
    </dgm:pt>
    <dgm:pt modelId="{9EF10B8F-B031-7245-B4F9-D186FF0CF3EA}" type="pres">
      <dgm:prSet presAssocID="{5745A8F8-38F0-44EF-A9DD-B36518EB6BFA}" presName="horz1" presStyleCnt="0"/>
      <dgm:spPr/>
    </dgm:pt>
    <dgm:pt modelId="{129ED81B-A6EA-8147-9EB9-BBD7AB9FBF61}" type="pres">
      <dgm:prSet presAssocID="{5745A8F8-38F0-44EF-A9DD-B36518EB6BFA}" presName="tx1" presStyleLbl="revTx" presStyleIdx="2" presStyleCnt="8"/>
      <dgm:spPr/>
    </dgm:pt>
    <dgm:pt modelId="{E213DE4A-E3FA-D24A-97C7-94BE7DE37E4B}" type="pres">
      <dgm:prSet presAssocID="{5745A8F8-38F0-44EF-A9DD-B36518EB6BFA}" presName="vert1" presStyleCnt="0"/>
      <dgm:spPr/>
    </dgm:pt>
    <dgm:pt modelId="{11B27915-1BCC-AD41-ABF6-B7030C4543E6}" type="pres">
      <dgm:prSet presAssocID="{A50D4536-92A2-49E9-99B5-75B6A7103C5D}" presName="thickLine" presStyleLbl="alignNode1" presStyleIdx="3" presStyleCnt="8"/>
      <dgm:spPr/>
    </dgm:pt>
    <dgm:pt modelId="{26F50C6E-6F0F-FD45-885E-704F3FD4EEB7}" type="pres">
      <dgm:prSet presAssocID="{A50D4536-92A2-49E9-99B5-75B6A7103C5D}" presName="horz1" presStyleCnt="0"/>
      <dgm:spPr/>
    </dgm:pt>
    <dgm:pt modelId="{18437005-DC3C-E34A-BCD7-6AED54ACA1D3}" type="pres">
      <dgm:prSet presAssocID="{A50D4536-92A2-49E9-99B5-75B6A7103C5D}" presName="tx1" presStyleLbl="revTx" presStyleIdx="3" presStyleCnt="8"/>
      <dgm:spPr/>
    </dgm:pt>
    <dgm:pt modelId="{665D54FE-F145-034C-B8D4-37772B130DAB}" type="pres">
      <dgm:prSet presAssocID="{A50D4536-92A2-49E9-99B5-75B6A7103C5D}" presName="vert1" presStyleCnt="0"/>
      <dgm:spPr/>
    </dgm:pt>
    <dgm:pt modelId="{D0B9E4F7-E42D-054A-98DF-BC67C8891329}" type="pres">
      <dgm:prSet presAssocID="{AFD43849-963B-46AC-A661-06B0A919C66F}" presName="thickLine" presStyleLbl="alignNode1" presStyleIdx="4" presStyleCnt="8"/>
      <dgm:spPr/>
    </dgm:pt>
    <dgm:pt modelId="{1D7BEBCB-8138-AC4C-BCF3-6BBA57F7D723}" type="pres">
      <dgm:prSet presAssocID="{AFD43849-963B-46AC-A661-06B0A919C66F}" presName="horz1" presStyleCnt="0"/>
      <dgm:spPr/>
    </dgm:pt>
    <dgm:pt modelId="{CC56548C-B53F-9248-9716-84DE75334F78}" type="pres">
      <dgm:prSet presAssocID="{AFD43849-963B-46AC-A661-06B0A919C66F}" presName="tx1" presStyleLbl="revTx" presStyleIdx="4" presStyleCnt="8"/>
      <dgm:spPr/>
    </dgm:pt>
    <dgm:pt modelId="{B6DEC8B6-0BA1-234C-8F4B-407E6A522F24}" type="pres">
      <dgm:prSet presAssocID="{AFD43849-963B-46AC-A661-06B0A919C66F}" presName="vert1" presStyleCnt="0"/>
      <dgm:spPr/>
    </dgm:pt>
    <dgm:pt modelId="{0E9034EA-413A-2545-8CD4-880C10378531}" type="pres">
      <dgm:prSet presAssocID="{08454A5D-53D5-490B-BB07-ED777E9E2C60}" presName="thickLine" presStyleLbl="alignNode1" presStyleIdx="5" presStyleCnt="8"/>
      <dgm:spPr/>
    </dgm:pt>
    <dgm:pt modelId="{DD31448A-AC60-3E41-965A-E8D0F7024C23}" type="pres">
      <dgm:prSet presAssocID="{08454A5D-53D5-490B-BB07-ED777E9E2C60}" presName="horz1" presStyleCnt="0"/>
      <dgm:spPr/>
    </dgm:pt>
    <dgm:pt modelId="{FFE888FC-9334-5C42-9909-EC845AF05428}" type="pres">
      <dgm:prSet presAssocID="{08454A5D-53D5-490B-BB07-ED777E9E2C60}" presName="tx1" presStyleLbl="revTx" presStyleIdx="5" presStyleCnt="8"/>
      <dgm:spPr/>
    </dgm:pt>
    <dgm:pt modelId="{697C6B88-2712-1047-AEFF-8639E16D251C}" type="pres">
      <dgm:prSet presAssocID="{08454A5D-53D5-490B-BB07-ED777E9E2C60}" presName="vert1" presStyleCnt="0"/>
      <dgm:spPr/>
    </dgm:pt>
    <dgm:pt modelId="{9F0EBD68-CF3D-7D49-BC8C-77610199B925}" type="pres">
      <dgm:prSet presAssocID="{2723E4FF-8563-4F9C-BACB-58D3189D52D9}" presName="thickLine" presStyleLbl="alignNode1" presStyleIdx="6" presStyleCnt="8"/>
      <dgm:spPr/>
    </dgm:pt>
    <dgm:pt modelId="{88A1BB0C-43C3-6748-B22F-668585494C64}" type="pres">
      <dgm:prSet presAssocID="{2723E4FF-8563-4F9C-BACB-58D3189D52D9}" presName="horz1" presStyleCnt="0"/>
      <dgm:spPr/>
    </dgm:pt>
    <dgm:pt modelId="{C627E3A7-A0A5-B546-BE29-99C81B935EE1}" type="pres">
      <dgm:prSet presAssocID="{2723E4FF-8563-4F9C-BACB-58D3189D52D9}" presName="tx1" presStyleLbl="revTx" presStyleIdx="6" presStyleCnt="8"/>
      <dgm:spPr/>
    </dgm:pt>
    <dgm:pt modelId="{49D925BB-E820-D841-9A09-F1E2E5067D70}" type="pres">
      <dgm:prSet presAssocID="{2723E4FF-8563-4F9C-BACB-58D3189D52D9}" presName="vert1" presStyleCnt="0"/>
      <dgm:spPr/>
    </dgm:pt>
    <dgm:pt modelId="{44ABA935-A1AD-FA48-B2BB-1F9F6C4F76C3}" type="pres">
      <dgm:prSet presAssocID="{B5697AB8-D249-48D0-8FE0-F1CEDBD39689}" presName="thickLine" presStyleLbl="alignNode1" presStyleIdx="7" presStyleCnt="8"/>
      <dgm:spPr/>
    </dgm:pt>
    <dgm:pt modelId="{6401B1B5-5902-5648-A2A6-3B2E7A0565B1}" type="pres">
      <dgm:prSet presAssocID="{B5697AB8-D249-48D0-8FE0-F1CEDBD39689}" presName="horz1" presStyleCnt="0"/>
      <dgm:spPr/>
    </dgm:pt>
    <dgm:pt modelId="{B59A964B-86FA-F94B-9E5C-469F908A7BB9}" type="pres">
      <dgm:prSet presAssocID="{B5697AB8-D249-48D0-8FE0-F1CEDBD39689}" presName="tx1" presStyleLbl="revTx" presStyleIdx="7" presStyleCnt="8"/>
      <dgm:spPr/>
    </dgm:pt>
    <dgm:pt modelId="{F672D0DE-04E5-564B-B156-2B48B77421FC}" type="pres">
      <dgm:prSet presAssocID="{B5697AB8-D249-48D0-8FE0-F1CEDBD39689}" presName="vert1" presStyleCnt="0"/>
      <dgm:spPr/>
    </dgm:pt>
  </dgm:ptLst>
  <dgm:cxnLst>
    <dgm:cxn modelId="{8774AC24-EE9B-BD4B-BE18-4D2244A42247}" type="presOf" srcId="{3D74A90A-C633-4D76-BB4B-DB99040ACFE5}" destId="{4882297E-3137-B742-9AA5-3D91E37D4B93}" srcOrd="0" destOrd="0" presId="urn:microsoft.com/office/officeart/2008/layout/LinedList"/>
    <dgm:cxn modelId="{D1209028-5FFF-4652-8806-98358FDD860B}" srcId="{3D74A90A-C633-4D76-BB4B-DB99040ACFE5}" destId="{AFD43849-963B-46AC-A661-06B0A919C66F}" srcOrd="4" destOrd="0" parTransId="{A5433E41-9B58-4931-97ED-514E60BDECD8}" sibTransId="{2C89E60B-4ADD-4950-8780-11C9F80F190F}"/>
    <dgm:cxn modelId="{05B85037-5C74-430A-8A70-EE0E8661D453}" srcId="{3D74A90A-C633-4D76-BB4B-DB99040ACFE5}" destId="{2723E4FF-8563-4F9C-BACB-58D3189D52D9}" srcOrd="6" destOrd="0" parTransId="{3ECB94F1-559F-4D37-97FA-35DE5CE14FFE}" sibTransId="{0683EB0E-1050-4044-B977-5DEDDAAD5FB0}"/>
    <dgm:cxn modelId="{55201C39-2C46-1342-AB9C-4CA2125FF953}" type="presOf" srcId="{191ED42E-CA76-45E9-8390-38FFA806B39E}" destId="{6F466B8F-7301-FA40-8ECB-DBDBCF7386C9}" srcOrd="0" destOrd="0" presId="urn:microsoft.com/office/officeart/2008/layout/LinedList"/>
    <dgm:cxn modelId="{11607C4E-9511-DA4A-A7E8-5AB6A8B2ED7C}" type="presOf" srcId="{A50D4536-92A2-49E9-99B5-75B6A7103C5D}" destId="{18437005-DC3C-E34A-BCD7-6AED54ACA1D3}" srcOrd="0" destOrd="0" presId="urn:microsoft.com/office/officeart/2008/layout/LinedList"/>
    <dgm:cxn modelId="{A26B5C66-8244-FA40-9751-BCD4C18C6A31}" type="presOf" srcId="{08454A5D-53D5-490B-BB07-ED777E9E2C60}" destId="{FFE888FC-9334-5C42-9909-EC845AF05428}" srcOrd="0" destOrd="0" presId="urn:microsoft.com/office/officeart/2008/layout/LinedList"/>
    <dgm:cxn modelId="{402FF676-116E-444C-B8C9-E86C5132A28B}" srcId="{3D74A90A-C633-4D76-BB4B-DB99040ACFE5}" destId="{564B42BD-9593-4B9B-8220-5721CF1B2FB1}" srcOrd="1" destOrd="0" parTransId="{FCF0CE7A-55C0-4EA5-A1E6-2A57DD642F07}" sibTransId="{75F48868-1455-4307-9DC4-DF428E6903BD}"/>
    <dgm:cxn modelId="{1FA0627B-CD36-3348-86A3-B1821B5F58D8}" type="presOf" srcId="{564B42BD-9593-4B9B-8220-5721CF1B2FB1}" destId="{0959B70A-010A-614F-B603-22212AF3C589}" srcOrd="0" destOrd="0" presId="urn:microsoft.com/office/officeart/2008/layout/LinedList"/>
    <dgm:cxn modelId="{1603C386-FCF4-4681-A8B8-42C459578856}" srcId="{3D74A90A-C633-4D76-BB4B-DB99040ACFE5}" destId="{5745A8F8-38F0-44EF-A9DD-B36518EB6BFA}" srcOrd="2" destOrd="0" parTransId="{261C00AC-D612-41FE-8041-7472DAFC6EEC}" sibTransId="{79EA305B-2846-468E-91BD-386FC501CB34}"/>
    <dgm:cxn modelId="{B636419F-7BF4-5B4C-ACE3-7F9ED2297ED7}" type="presOf" srcId="{B5697AB8-D249-48D0-8FE0-F1CEDBD39689}" destId="{B59A964B-86FA-F94B-9E5C-469F908A7BB9}" srcOrd="0" destOrd="0" presId="urn:microsoft.com/office/officeart/2008/layout/LinedList"/>
    <dgm:cxn modelId="{051A19B0-E391-4697-81F2-69A2EC6E9449}" srcId="{3D74A90A-C633-4D76-BB4B-DB99040ACFE5}" destId="{191ED42E-CA76-45E9-8390-38FFA806B39E}" srcOrd="0" destOrd="0" parTransId="{F467CDBA-A769-49E1-8CA6-06381FC2814B}" sibTransId="{0FBF4F6E-2A93-42F3-A231-3A17B668FD98}"/>
    <dgm:cxn modelId="{05A958C1-933B-5449-BAF3-9CDE821F3203}" type="presOf" srcId="{2723E4FF-8563-4F9C-BACB-58D3189D52D9}" destId="{C627E3A7-A0A5-B546-BE29-99C81B935EE1}" srcOrd="0" destOrd="0" presId="urn:microsoft.com/office/officeart/2008/layout/LinedList"/>
    <dgm:cxn modelId="{29EEDDD0-C376-407C-8BF3-FD009629E905}" srcId="{3D74A90A-C633-4D76-BB4B-DB99040ACFE5}" destId="{B5697AB8-D249-48D0-8FE0-F1CEDBD39689}" srcOrd="7" destOrd="0" parTransId="{BF2E978F-8665-423B-8763-20D4C458E73E}" sibTransId="{A9219E4D-1A62-4855-958F-955784ADF7A9}"/>
    <dgm:cxn modelId="{0E49A2D1-302F-4542-9A83-46EFAA72833B}" srcId="{3D74A90A-C633-4D76-BB4B-DB99040ACFE5}" destId="{08454A5D-53D5-490B-BB07-ED777E9E2C60}" srcOrd="5" destOrd="0" parTransId="{78362EA0-2CFB-4B04-A1B6-AFC9489F5DC6}" sibTransId="{A47039B6-D2C2-42CF-B358-C4AF5C459CF3}"/>
    <dgm:cxn modelId="{73D57CD3-51D3-41DA-90D2-5A7889CBB145}" srcId="{3D74A90A-C633-4D76-BB4B-DB99040ACFE5}" destId="{A50D4536-92A2-49E9-99B5-75B6A7103C5D}" srcOrd="3" destOrd="0" parTransId="{9CD46926-856F-4E37-A947-76152B12220A}" sibTransId="{06271E79-CBF4-4203-8521-EC180D2A27EF}"/>
    <dgm:cxn modelId="{89315EE9-568D-EB44-878A-F3B4C3D985C2}" type="presOf" srcId="{5745A8F8-38F0-44EF-A9DD-B36518EB6BFA}" destId="{129ED81B-A6EA-8147-9EB9-BBD7AB9FBF61}" srcOrd="0" destOrd="0" presId="urn:microsoft.com/office/officeart/2008/layout/LinedList"/>
    <dgm:cxn modelId="{6C3821F4-06A5-DC41-8C1A-3DB54DC8C691}" type="presOf" srcId="{AFD43849-963B-46AC-A661-06B0A919C66F}" destId="{CC56548C-B53F-9248-9716-84DE75334F78}" srcOrd="0" destOrd="0" presId="urn:microsoft.com/office/officeart/2008/layout/LinedList"/>
    <dgm:cxn modelId="{A54A0FAC-9CE1-FC42-9E1E-E86675885325}" type="presParOf" srcId="{4882297E-3137-B742-9AA5-3D91E37D4B93}" destId="{8C4FA9CF-1A0D-8D41-8DBB-1D56B4E7C49B}" srcOrd="0" destOrd="0" presId="urn:microsoft.com/office/officeart/2008/layout/LinedList"/>
    <dgm:cxn modelId="{5345F66E-5271-3747-97B5-E4978CB49D3F}" type="presParOf" srcId="{4882297E-3137-B742-9AA5-3D91E37D4B93}" destId="{92E5D458-F5A1-9C4A-A04F-B8CE53597DA1}" srcOrd="1" destOrd="0" presId="urn:microsoft.com/office/officeart/2008/layout/LinedList"/>
    <dgm:cxn modelId="{F054ED34-981A-F046-BA70-CCFE07F977DD}" type="presParOf" srcId="{92E5D458-F5A1-9C4A-A04F-B8CE53597DA1}" destId="{6F466B8F-7301-FA40-8ECB-DBDBCF7386C9}" srcOrd="0" destOrd="0" presId="urn:microsoft.com/office/officeart/2008/layout/LinedList"/>
    <dgm:cxn modelId="{369783E7-21C1-9E42-95D9-B9C0CF1C96D5}" type="presParOf" srcId="{92E5D458-F5A1-9C4A-A04F-B8CE53597DA1}" destId="{6B1D6D1A-A63E-5947-B5A5-994D6BAF5F0A}" srcOrd="1" destOrd="0" presId="urn:microsoft.com/office/officeart/2008/layout/LinedList"/>
    <dgm:cxn modelId="{484086B8-F85F-6848-8304-E0CAED9D64E9}" type="presParOf" srcId="{4882297E-3137-B742-9AA5-3D91E37D4B93}" destId="{6DB7B6CA-AAFF-6F44-AD17-1FD484EC2412}" srcOrd="2" destOrd="0" presId="urn:microsoft.com/office/officeart/2008/layout/LinedList"/>
    <dgm:cxn modelId="{8525FCDB-65F4-7249-9F57-8FB2A62A4A2E}" type="presParOf" srcId="{4882297E-3137-B742-9AA5-3D91E37D4B93}" destId="{E13289AD-7A03-5349-A740-0D41F325DFF6}" srcOrd="3" destOrd="0" presId="urn:microsoft.com/office/officeart/2008/layout/LinedList"/>
    <dgm:cxn modelId="{D46B481C-FBCA-E140-AC5A-254B82F9C2B3}" type="presParOf" srcId="{E13289AD-7A03-5349-A740-0D41F325DFF6}" destId="{0959B70A-010A-614F-B603-22212AF3C589}" srcOrd="0" destOrd="0" presId="urn:microsoft.com/office/officeart/2008/layout/LinedList"/>
    <dgm:cxn modelId="{C5B5C5D7-8CD4-3547-A8D5-A83C2B675F47}" type="presParOf" srcId="{E13289AD-7A03-5349-A740-0D41F325DFF6}" destId="{4053F961-BCE2-F94F-B3BC-D0515A73B25B}" srcOrd="1" destOrd="0" presId="urn:microsoft.com/office/officeart/2008/layout/LinedList"/>
    <dgm:cxn modelId="{85502F28-3D03-2F45-9B4F-1887FABD7C1F}" type="presParOf" srcId="{4882297E-3137-B742-9AA5-3D91E37D4B93}" destId="{73BB3308-1172-BD4C-880A-8FD0B45CE7E0}" srcOrd="4" destOrd="0" presId="urn:microsoft.com/office/officeart/2008/layout/LinedList"/>
    <dgm:cxn modelId="{8988FA55-2DEB-0B45-988F-3F5007EF889B}" type="presParOf" srcId="{4882297E-3137-B742-9AA5-3D91E37D4B93}" destId="{9EF10B8F-B031-7245-B4F9-D186FF0CF3EA}" srcOrd="5" destOrd="0" presId="urn:microsoft.com/office/officeart/2008/layout/LinedList"/>
    <dgm:cxn modelId="{EA822284-F3EB-0544-A439-8294DF0C62D0}" type="presParOf" srcId="{9EF10B8F-B031-7245-B4F9-D186FF0CF3EA}" destId="{129ED81B-A6EA-8147-9EB9-BBD7AB9FBF61}" srcOrd="0" destOrd="0" presId="urn:microsoft.com/office/officeart/2008/layout/LinedList"/>
    <dgm:cxn modelId="{2DC949F4-DF03-CF45-859D-4DFA4B16B001}" type="presParOf" srcId="{9EF10B8F-B031-7245-B4F9-D186FF0CF3EA}" destId="{E213DE4A-E3FA-D24A-97C7-94BE7DE37E4B}" srcOrd="1" destOrd="0" presId="urn:microsoft.com/office/officeart/2008/layout/LinedList"/>
    <dgm:cxn modelId="{97898AAC-5E90-3340-BCEC-445BB1732F20}" type="presParOf" srcId="{4882297E-3137-B742-9AA5-3D91E37D4B93}" destId="{11B27915-1BCC-AD41-ABF6-B7030C4543E6}" srcOrd="6" destOrd="0" presId="urn:microsoft.com/office/officeart/2008/layout/LinedList"/>
    <dgm:cxn modelId="{4F3FC6C8-3B6F-834C-BFD0-31AF54CEAD9D}" type="presParOf" srcId="{4882297E-3137-B742-9AA5-3D91E37D4B93}" destId="{26F50C6E-6F0F-FD45-885E-704F3FD4EEB7}" srcOrd="7" destOrd="0" presId="urn:microsoft.com/office/officeart/2008/layout/LinedList"/>
    <dgm:cxn modelId="{83B15695-D0CB-534C-BC2A-34D2F0D68D4A}" type="presParOf" srcId="{26F50C6E-6F0F-FD45-885E-704F3FD4EEB7}" destId="{18437005-DC3C-E34A-BCD7-6AED54ACA1D3}" srcOrd="0" destOrd="0" presId="urn:microsoft.com/office/officeart/2008/layout/LinedList"/>
    <dgm:cxn modelId="{7FF40135-AB7E-5A49-B232-0447A8854B2E}" type="presParOf" srcId="{26F50C6E-6F0F-FD45-885E-704F3FD4EEB7}" destId="{665D54FE-F145-034C-B8D4-37772B130DAB}" srcOrd="1" destOrd="0" presId="urn:microsoft.com/office/officeart/2008/layout/LinedList"/>
    <dgm:cxn modelId="{354B0F17-FFBC-EF49-91B6-119B065D6683}" type="presParOf" srcId="{4882297E-3137-B742-9AA5-3D91E37D4B93}" destId="{D0B9E4F7-E42D-054A-98DF-BC67C8891329}" srcOrd="8" destOrd="0" presId="urn:microsoft.com/office/officeart/2008/layout/LinedList"/>
    <dgm:cxn modelId="{41750B1F-5B53-9B45-A3E9-BE4099D41B14}" type="presParOf" srcId="{4882297E-3137-B742-9AA5-3D91E37D4B93}" destId="{1D7BEBCB-8138-AC4C-BCF3-6BBA57F7D723}" srcOrd="9" destOrd="0" presId="urn:microsoft.com/office/officeart/2008/layout/LinedList"/>
    <dgm:cxn modelId="{9B9890E7-56AC-AD40-B36F-A4728F094551}" type="presParOf" srcId="{1D7BEBCB-8138-AC4C-BCF3-6BBA57F7D723}" destId="{CC56548C-B53F-9248-9716-84DE75334F78}" srcOrd="0" destOrd="0" presId="urn:microsoft.com/office/officeart/2008/layout/LinedList"/>
    <dgm:cxn modelId="{6DADBB75-A345-394A-AC98-E2E651E8C725}" type="presParOf" srcId="{1D7BEBCB-8138-AC4C-BCF3-6BBA57F7D723}" destId="{B6DEC8B6-0BA1-234C-8F4B-407E6A522F24}" srcOrd="1" destOrd="0" presId="urn:microsoft.com/office/officeart/2008/layout/LinedList"/>
    <dgm:cxn modelId="{001C6DCC-1BEB-DC46-A406-443AE0DC4730}" type="presParOf" srcId="{4882297E-3137-B742-9AA5-3D91E37D4B93}" destId="{0E9034EA-413A-2545-8CD4-880C10378531}" srcOrd="10" destOrd="0" presId="urn:microsoft.com/office/officeart/2008/layout/LinedList"/>
    <dgm:cxn modelId="{CAFFC301-E351-DD47-9E3A-F31F5739F41B}" type="presParOf" srcId="{4882297E-3137-B742-9AA5-3D91E37D4B93}" destId="{DD31448A-AC60-3E41-965A-E8D0F7024C23}" srcOrd="11" destOrd="0" presId="urn:microsoft.com/office/officeart/2008/layout/LinedList"/>
    <dgm:cxn modelId="{0160C9E3-08D2-E84A-B1D7-75DE9F9978AB}" type="presParOf" srcId="{DD31448A-AC60-3E41-965A-E8D0F7024C23}" destId="{FFE888FC-9334-5C42-9909-EC845AF05428}" srcOrd="0" destOrd="0" presId="urn:microsoft.com/office/officeart/2008/layout/LinedList"/>
    <dgm:cxn modelId="{DE00713B-2985-6B4B-9CA0-C7F3DF8D0C6C}" type="presParOf" srcId="{DD31448A-AC60-3E41-965A-E8D0F7024C23}" destId="{697C6B88-2712-1047-AEFF-8639E16D251C}" srcOrd="1" destOrd="0" presId="urn:microsoft.com/office/officeart/2008/layout/LinedList"/>
    <dgm:cxn modelId="{F22B9189-0277-EE46-99C3-54457C75F9F0}" type="presParOf" srcId="{4882297E-3137-B742-9AA5-3D91E37D4B93}" destId="{9F0EBD68-CF3D-7D49-BC8C-77610199B925}" srcOrd="12" destOrd="0" presId="urn:microsoft.com/office/officeart/2008/layout/LinedList"/>
    <dgm:cxn modelId="{89B88002-20C1-1440-B913-2B8D988E29C7}" type="presParOf" srcId="{4882297E-3137-B742-9AA5-3D91E37D4B93}" destId="{88A1BB0C-43C3-6748-B22F-668585494C64}" srcOrd="13" destOrd="0" presId="urn:microsoft.com/office/officeart/2008/layout/LinedList"/>
    <dgm:cxn modelId="{E9836F53-6677-6C43-825F-5644A8FCF18E}" type="presParOf" srcId="{88A1BB0C-43C3-6748-B22F-668585494C64}" destId="{C627E3A7-A0A5-B546-BE29-99C81B935EE1}" srcOrd="0" destOrd="0" presId="urn:microsoft.com/office/officeart/2008/layout/LinedList"/>
    <dgm:cxn modelId="{8A596E88-C5B2-E449-BD8C-CEA8EBE8D3FF}" type="presParOf" srcId="{88A1BB0C-43C3-6748-B22F-668585494C64}" destId="{49D925BB-E820-D841-9A09-F1E2E5067D70}" srcOrd="1" destOrd="0" presId="urn:microsoft.com/office/officeart/2008/layout/LinedList"/>
    <dgm:cxn modelId="{482572A4-2AA9-BB44-A5D4-FCED888FCDA2}" type="presParOf" srcId="{4882297E-3137-B742-9AA5-3D91E37D4B93}" destId="{44ABA935-A1AD-FA48-B2BB-1F9F6C4F76C3}" srcOrd="14" destOrd="0" presId="urn:microsoft.com/office/officeart/2008/layout/LinedList"/>
    <dgm:cxn modelId="{B8C50D9C-69CA-2B41-B379-48C8DE626653}" type="presParOf" srcId="{4882297E-3137-B742-9AA5-3D91E37D4B93}" destId="{6401B1B5-5902-5648-A2A6-3B2E7A0565B1}" srcOrd="15" destOrd="0" presId="urn:microsoft.com/office/officeart/2008/layout/LinedList"/>
    <dgm:cxn modelId="{312D95A9-B5C5-9B41-910B-BDBDB12D2987}" type="presParOf" srcId="{6401B1B5-5902-5648-A2A6-3B2E7A0565B1}" destId="{B59A964B-86FA-F94B-9E5C-469F908A7BB9}" srcOrd="0" destOrd="0" presId="urn:microsoft.com/office/officeart/2008/layout/LinedList"/>
    <dgm:cxn modelId="{BF2DAAE1-2752-4940-ACC2-E583C6EB1A3C}" type="presParOf" srcId="{6401B1B5-5902-5648-A2A6-3B2E7A0565B1}" destId="{F672D0DE-04E5-564B-B156-2B48B77421F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AC36CEB-5C20-4024-B20D-3997841CFF4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49D4B-965A-48EC-90EA-C81AFD6AE81B}">
      <dgm:prSet custT="1"/>
      <dgm:spPr/>
      <dgm:t>
        <a:bodyPr/>
        <a:lstStyle/>
        <a:p>
          <a:pPr>
            <a:lnSpc>
              <a:spcPct val="100000"/>
            </a:lnSpc>
            <a:defRPr cap="all"/>
          </a:pPr>
          <a:r>
            <a:rPr lang="en-US" sz="1800" b="0" i="0" baseline="0" dirty="0"/>
            <a:t>Linear regression was executed using both </a:t>
          </a:r>
          <a:r>
            <a:rPr lang="en-US" sz="1800" b="0" i="0" baseline="0" dirty="0" err="1"/>
            <a:t>read.csv</a:t>
          </a:r>
          <a:r>
            <a:rPr lang="en-US" sz="1800" b="0" i="0" baseline="0" dirty="0"/>
            <a:t>() and </a:t>
          </a:r>
          <a:r>
            <a:rPr lang="en-US" sz="1800" b="0" i="0" baseline="0" dirty="0" err="1"/>
            <a:t>fread</a:t>
          </a:r>
          <a:r>
            <a:rPr lang="en-US" sz="1800" b="0" i="0" baseline="0" dirty="0"/>
            <a:t>() for data loading.</a:t>
          </a:r>
          <a:endParaRPr lang="en-US" sz="1800" dirty="0"/>
        </a:p>
      </dgm:t>
    </dgm:pt>
    <dgm:pt modelId="{78D38744-05BA-4E1E-8902-3CEFCEE4B4CD}" type="parTrans" cxnId="{2FF802B4-D604-43AE-8030-5BC19F802C67}">
      <dgm:prSet/>
      <dgm:spPr/>
      <dgm:t>
        <a:bodyPr/>
        <a:lstStyle/>
        <a:p>
          <a:endParaRPr lang="en-US" sz="2400"/>
        </a:p>
      </dgm:t>
    </dgm:pt>
    <dgm:pt modelId="{6D2838DA-C28F-42CF-8611-4614E22C4906}" type="sibTrans" cxnId="{2FF802B4-D604-43AE-8030-5BC19F802C67}">
      <dgm:prSet/>
      <dgm:spPr/>
      <dgm:t>
        <a:bodyPr/>
        <a:lstStyle/>
        <a:p>
          <a:endParaRPr lang="en-US"/>
        </a:p>
      </dgm:t>
    </dgm:pt>
    <dgm:pt modelId="{F54D3EB1-C2FD-4BF9-A391-D7E420335C8E}">
      <dgm:prSet/>
      <dgm:spPr/>
      <dgm:t>
        <a:bodyPr/>
        <a:lstStyle/>
        <a:p>
          <a:pPr>
            <a:lnSpc>
              <a:spcPct val="100000"/>
            </a:lnSpc>
            <a:defRPr cap="all"/>
          </a:pPr>
          <a:r>
            <a:rPr lang="en-US" b="0" i="0" baseline="0" dirty="0"/>
            <a:t>The </a:t>
          </a:r>
          <a:r>
            <a:rPr lang="en-US" b="0" i="0" baseline="0" dirty="0" err="1"/>
            <a:t>fread</a:t>
          </a:r>
          <a:r>
            <a:rPr lang="en-US" b="0" i="0" baseline="0" dirty="0"/>
            <a:t>() method demonstrated lower runtime compared to </a:t>
          </a:r>
          <a:r>
            <a:rPr lang="en-US" b="0" i="0" baseline="0" dirty="0" err="1"/>
            <a:t>read.csv</a:t>
          </a:r>
          <a:r>
            <a:rPr lang="en-US" b="0" i="0" baseline="0" dirty="0"/>
            <a:t>().</a:t>
          </a:r>
          <a:endParaRPr lang="en-US" dirty="0"/>
        </a:p>
      </dgm:t>
    </dgm:pt>
    <dgm:pt modelId="{19BC7500-AA7E-426B-90E7-0A8F67103B84}" type="parTrans" cxnId="{22A4AD42-CC8F-4DAA-A2F8-2DFB44F1D68A}">
      <dgm:prSet/>
      <dgm:spPr/>
      <dgm:t>
        <a:bodyPr/>
        <a:lstStyle/>
        <a:p>
          <a:endParaRPr lang="en-US" sz="2400"/>
        </a:p>
      </dgm:t>
    </dgm:pt>
    <dgm:pt modelId="{3282D317-5A32-498C-AC63-1A265B6B0EDD}" type="sibTrans" cxnId="{22A4AD42-CC8F-4DAA-A2F8-2DFB44F1D68A}">
      <dgm:prSet/>
      <dgm:spPr/>
      <dgm:t>
        <a:bodyPr/>
        <a:lstStyle/>
        <a:p>
          <a:endParaRPr lang="en-US"/>
        </a:p>
      </dgm:t>
    </dgm:pt>
    <dgm:pt modelId="{D46FB04C-6A07-4791-B50A-285979DEE21A}">
      <dgm:prSet/>
      <dgm:spPr/>
      <dgm:t>
        <a:bodyPr/>
        <a:lstStyle/>
        <a:p>
          <a:pPr>
            <a:lnSpc>
              <a:spcPct val="100000"/>
            </a:lnSpc>
            <a:defRPr cap="all"/>
          </a:pPr>
          <a:r>
            <a:rPr lang="en-US" b="0" i="0" baseline="0" dirty="0"/>
            <a:t>Faster data ingestion contributed to improved overall model execution time.</a:t>
          </a:r>
          <a:endParaRPr lang="en-US" dirty="0"/>
        </a:p>
      </dgm:t>
    </dgm:pt>
    <dgm:pt modelId="{84A4A605-A1E4-49D5-ACFA-B10F667F1417}" type="parTrans" cxnId="{F21560E4-4B36-4585-B2A2-9A6DAECF8A78}">
      <dgm:prSet/>
      <dgm:spPr/>
      <dgm:t>
        <a:bodyPr/>
        <a:lstStyle/>
        <a:p>
          <a:endParaRPr lang="en-US" sz="2400"/>
        </a:p>
      </dgm:t>
    </dgm:pt>
    <dgm:pt modelId="{B35FEE4D-795F-4307-A86B-0297A24128B5}" type="sibTrans" cxnId="{F21560E4-4B36-4585-B2A2-9A6DAECF8A78}">
      <dgm:prSet/>
      <dgm:spPr/>
      <dgm:t>
        <a:bodyPr/>
        <a:lstStyle/>
        <a:p>
          <a:endParaRPr lang="en-US"/>
        </a:p>
      </dgm:t>
    </dgm:pt>
    <dgm:pt modelId="{7E4D1979-E2CF-4385-9EAE-DC82D3F848C0}" type="pres">
      <dgm:prSet presAssocID="{1AC36CEB-5C20-4024-B20D-3997841CFF41}" presName="root" presStyleCnt="0">
        <dgm:presLayoutVars>
          <dgm:dir/>
          <dgm:resizeHandles val="exact"/>
        </dgm:presLayoutVars>
      </dgm:prSet>
      <dgm:spPr/>
    </dgm:pt>
    <dgm:pt modelId="{D24F7F72-6E25-4CB4-AFE4-CF98EBCFC8E3}" type="pres">
      <dgm:prSet presAssocID="{3E249D4B-965A-48EC-90EA-C81AFD6AE81B}" presName="compNode" presStyleCnt="0"/>
      <dgm:spPr/>
    </dgm:pt>
    <dgm:pt modelId="{54950E59-1C6B-4E7B-96F4-4E2EE085D1DC}" type="pres">
      <dgm:prSet presAssocID="{3E249D4B-965A-48EC-90EA-C81AFD6AE81B}" presName="iconBgRect" presStyleLbl="bgShp" presStyleIdx="0" presStyleCnt="3" custScaleX="85393" custScaleY="82948"/>
      <dgm:spPr>
        <a:prstGeom prst="round2DiagRect">
          <a:avLst>
            <a:gd name="adj1" fmla="val 29727"/>
            <a:gd name="adj2" fmla="val 0"/>
          </a:avLst>
        </a:prstGeom>
      </dgm:spPr>
    </dgm:pt>
    <dgm:pt modelId="{92BDC1AF-0C7B-4042-9190-0AA334D6EB5C}" type="pres">
      <dgm:prSet presAssocID="{3E249D4B-965A-48EC-90EA-C81AFD6AE8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C1F070CF-37DD-4E9D-ADB9-3F284C1BFFDC}" type="pres">
      <dgm:prSet presAssocID="{3E249D4B-965A-48EC-90EA-C81AFD6AE81B}" presName="spaceRect" presStyleCnt="0"/>
      <dgm:spPr/>
    </dgm:pt>
    <dgm:pt modelId="{C1CF8847-D5BB-4FB9-8167-28C64E9AD401}" type="pres">
      <dgm:prSet presAssocID="{3E249D4B-965A-48EC-90EA-C81AFD6AE81B}" presName="textRect" presStyleLbl="revTx" presStyleIdx="0" presStyleCnt="3" custScaleX="104503" custScaleY="134209">
        <dgm:presLayoutVars>
          <dgm:chMax val="1"/>
          <dgm:chPref val="1"/>
        </dgm:presLayoutVars>
      </dgm:prSet>
      <dgm:spPr/>
    </dgm:pt>
    <dgm:pt modelId="{D0023CEF-8B9C-41CA-ABEE-405CAF38C4C4}" type="pres">
      <dgm:prSet presAssocID="{6D2838DA-C28F-42CF-8611-4614E22C4906}" presName="sibTrans" presStyleCnt="0"/>
      <dgm:spPr/>
    </dgm:pt>
    <dgm:pt modelId="{F7571A74-585A-4B22-BBBE-37BC3C5D54C9}" type="pres">
      <dgm:prSet presAssocID="{F54D3EB1-C2FD-4BF9-A391-D7E420335C8E}" presName="compNode" presStyleCnt="0"/>
      <dgm:spPr/>
    </dgm:pt>
    <dgm:pt modelId="{5C9FE4A7-3E6E-4F41-897A-CF26F7FED429}" type="pres">
      <dgm:prSet presAssocID="{F54D3EB1-C2FD-4BF9-A391-D7E420335C8E}" presName="iconBgRect" presStyleLbl="bgShp" presStyleIdx="1" presStyleCnt="3" custScaleX="72907" custScaleY="71763"/>
      <dgm:spPr>
        <a:prstGeom prst="round2DiagRect">
          <a:avLst>
            <a:gd name="adj1" fmla="val 29727"/>
            <a:gd name="adj2" fmla="val 0"/>
          </a:avLst>
        </a:prstGeom>
      </dgm:spPr>
    </dgm:pt>
    <dgm:pt modelId="{CCC980E8-CD8A-4411-A7DB-EE47069E4FB9}" type="pres">
      <dgm:prSet presAssocID="{F54D3EB1-C2FD-4BF9-A391-D7E420335C8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scle Arm"/>
        </a:ext>
      </dgm:extLst>
    </dgm:pt>
    <dgm:pt modelId="{A641C593-AF66-44A3-A23E-E50ADF54D923}" type="pres">
      <dgm:prSet presAssocID="{F54D3EB1-C2FD-4BF9-A391-D7E420335C8E}" presName="spaceRect" presStyleCnt="0"/>
      <dgm:spPr/>
    </dgm:pt>
    <dgm:pt modelId="{0CC0BDBB-C39B-4A3C-901C-21DD097C43A3}" type="pres">
      <dgm:prSet presAssocID="{F54D3EB1-C2FD-4BF9-A391-D7E420335C8E}" presName="textRect" presStyleLbl="revTx" presStyleIdx="1" presStyleCnt="3" custLinFactNeighborX="-2631" custLinFactNeighborY="-29853">
        <dgm:presLayoutVars>
          <dgm:chMax val="1"/>
          <dgm:chPref val="1"/>
        </dgm:presLayoutVars>
      </dgm:prSet>
      <dgm:spPr/>
    </dgm:pt>
    <dgm:pt modelId="{06D5DB4F-A27B-4588-8084-1382CA97C4B2}" type="pres">
      <dgm:prSet presAssocID="{3282D317-5A32-498C-AC63-1A265B6B0EDD}" presName="sibTrans" presStyleCnt="0"/>
      <dgm:spPr/>
    </dgm:pt>
    <dgm:pt modelId="{53E1F0B1-F31B-40CA-89E1-514AC3C20824}" type="pres">
      <dgm:prSet presAssocID="{D46FB04C-6A07-4791-B50A-285979DEE21A}" presName="compNode" presStyleCnt="0"/>
      <dgm:spPr/>
    </dgm:pt>
    <dgm:pt modelId="{C7054B9E-28C2-414A-8000-2E0B37402DC7}" type="pres">
      <dgm:prSet presAssocID="{D46FB04C-6A07-4791-B50A-285979DEE21A}" presName="iconBgRect" presStyleLbl="bgShp" presStyleIdx="2" presStyleCnt="3" custScaleX="76047" custScaleY="72287"/>
      <dgm:spPr>
        <a:prstGeom prst="round2DiagRect">
          <a:avLst>
            <a:gd name="adj1" fmla="val 29727"/>
            <a:gd name="adj2" fmla="val 0"/>
          </a:avLst>
        </a:prstGeom>
      </dgm:spPr>
    </dgm:pt>
    <dgm:pt modelId="{F5982266-DE71-49DC-9CCC-8EFAE338CE56}" type="pres">
      <dgm:prSet presAssocID="{D46FB04C-6A07-4791-B50A-285979DEE2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C153EA2D-7646-4CF9-94A7-2D89BA1E1C13}" type="pres">
      <dgm:prSet presAssocID="{D46FB04C-6A07-4791-B50A-285979DEE21A}" presName="spaceRect" presStyleCnt="0"/>
      <dgm:spPr/>
    </dgm:pt>
    <dgm:pt modelId="{5305A5F4-94E4-45D8-9192-00BE265AD625}" type="pres">
      <dgm:prSet presAssocID="{D46FB04C-6A07-4791-B50A-285979DEE21A}" presName="textRect" presStyleLbl="revTx" presStyleIdx="2" presStyleCnt="3" custLinFactNeighborX="-1177" custLinFactNeighborY="-30077">
        <dgm:presLayoutVars>
          <dgm:chMax val="1"/>
          <dgm:chPref val="1"/>
        </dgm:presLayoutVars>
      </dgm:prSet>
      <dgm:spPr/>
    </dgm:pt>
  </dgm:ptLst>
  <dgm:cxnLst>
    <dgm:cxn modelId="{55BDD902-63EF-F14D-8FFF-D8B4CC7D4DC8}" type="presOf" srcId="{F54D3EB1-C2FD-4BF9-A391-D7E420335C8E}" destId="{0CC0BDBB-C39B-4A3C-901C-21DD097C43A3}" srcOrd="0" destOrd="0" presId="urn:microsoft.com/office/officeart/2018/5/layout/IconLeafLabelList"/>
    <dgm:cxn modelId="{22A4AD42-CC8F-4DAA-A2F8-2DFB44F1D68A}" srcId="{1AC36CEB-5C20-4024-B20D-3997841CFF41}" destId="{F54D3EB1-C2FD-4BF9-A391-D7E420335C8E}" srcOrd="1" destOrd="0" parTransId="{19BC7500-AA7E-426B-90E7-0A8F67103B84}" sibTransId="{3282D317-5A32-498C-AC63-1A265B6B0EDD}"/>
    <dgm:cxn modelId="{D82F8574-B217-D24A-8D44-D8F760DE231E}" type="presOf" srcId="{1AC36CEB-5C20-4024-B20D-3997841CFF41}" destId="{7E4D1979-E2CF-4385-9EAE-DC82D3F848C0}" srcOrd="0" destOrd="0" presId="urn:microsoft.com/office/officeart/2018/5/layout/IconLeafLabelList"/>
    <dgm:cxn modelId="{A6CF1878-FE7F-E047-8716-ECAAF3B3150B}" type="presOf" srcId="{D46FB04C-6A07-4791-B50A-285979DEE21A}" destId="{5305A5F4-94E4-45D8-9192-00BE265AD625}" srcOrd="0" destOrd="0" presId="urn:microsoft.com/office/officeart/2018/5/layout/IconLeafLabelList"/>
    <dgm:cxn modelId="{2FF802B4-D604-43AE-8030-5BC19F802C67}" srcId="{1AC36CEB-5C20-4024-B20D-3997841CFF41}" destId="{3E249D4B-965A-48EC-90EA-C81AFD6AE81B}" srcOrd="0" destOrd="0" parTransId="{78D38744-05BA-4E1E-8902-3CEFCEE4B4CD}" sibTransId="{6D2838DA-C28F-42CF-8611-4614E22C4906}"/>
    <dgm:cxn modelId="{6AD639D6-B33D-FE4E-8220-FE057235B3B6}" type="presOf" srcId="{3E249D4B-965A-48EC-90EA-C81AFD6AE81B}" destId="{C1CF8847-D5BB-4FB9-8167-28C64E9AD401}" srcOrd="0" destOrd="0" presId="urn:microsoft.com/office/officeart/2018/5/layout/IconLeafLabelList"/>
    <dgm:cxn modelId="{F21560E4-4B36-4585-B2A2-9A6DAECF8A78}" srcId="{1AC36CEB-5C20-4024-B20D-3997841CFF41}" destId="{D46FB04C-6A07-4791-B50A-285979DEE21A}" srcOrd="2" destOrd="0" parTransId="{84A4A605-A1E4-49D5-ACFA-B10F667F1417}" sibTransId="{B35FEE4D-795F-4307-A86B-0297A24128B5}"/>
    <dgm:cxn modelId="{4803324A-D210-A24F-845D-146A1CA7FA86}" type="presParOf" srcId="{7E4D1979-E2CF-4385-9EAE-DC82D3F848C0}" destId="{D24F7F72-6E25-4CB4-AFE4-CF98EBCFC8E3}" srcOrd="0" destOrd="0" presId="urn:microsoft.com/office/officeart/2018/5/layout/IconLeafLabelList"/>
    <dgm:cxn modelId="{79C3EA05-48B7-BA47-98BC-3ECDA52E4316}" type="presParOf" srcId="{D24F7F72-6E25-4CB4-AFE4-CF98EBCFC8E3}" destId="{54950E59-1C6B-4E7B-96F4-4E2EE085D1DC}" srcOrd="0" destOrd="0" presId="urn:microsoft.com/office/officeart/2018/5/layout/IconLeafLabelList"/>
    <dgm:cxn modelId="{D388AE98-5239-7D48-BAD1-85C0E94E8C3F}" type="presParOf" srcId="{D24F7F72-6E25-4CB4-AFE4-CF98EBCFC8E3}" destId="{92BDC1AF-0C7B-4042-9190-0AA334D6EB5C}" srcOrd="1" destOrd="0" presId="urn:microsoft.com/office/officeart/2018/5/layout/IconLeafLabelList"/>
    <dgm:cxn modelId="{BE13ED22-8668-8E42-8A00-DDB752DE04B6}" type="presParOf" srcId="{D24F7F72-6E25-4CB4-AFE4-CF98EBCFC8E3}" destId="{C1F070CF-37DD-4E9D-ADB9-3F284C1BFFDC}" srcOrd="2" destOrd="0" presId="urn:microsoft.com/office/officeart/2018/5/layout/IconLeafLabelList"/>
    <dgm:cxn modelId="{5859196F-8330-1B41-9BD2-70235D7FFFB2}" type="presParOf" srcId="{D24F7F72-6E25-4CB4-AFE4-CF98EBCFC8E3}" destId="{C1CF8847-D5BB-4FB9-8167-28C64E9AD401}" srcOrd="3" destOrd="0" presId="urn:microsoft.com/office/officeart/2018/5/layout/IconLeafLabelList"/>
    <dgm:cxn modelId="{36207A69-FC1D-5C43-BE85-5F3D4DE5A7D9}" type="presParOf" srcId="{7E4D1979-E2CF-4385-9EAE-DC82D3F848C0}" destId="{D0023CEF-8B9C-41CA-ABEE-405CAF38C4C4}" srcOrd="1" destOrd="0" presId="urn:microsoft.com/office/officeart/2018/5/layout/IconLeafLabelList"/>
    <dgm:cxn modelId="{407DD3BC-B1E5-7844-8254-429065DB70C2}" type="presParOf" srcId="{7E4D1979-E2CF-4385-9EAE-DC82D3F848C0}" destId="{F7571A74-585A-4B22-BBBE-37BC3C5D54C9}" srcOrd="2" destOrd="0" presId="urn:microsoft.com/office/officeart/2018/5/layout/IconLeafLabelList"/>
    <dgm:cxn modelId="{EAAB6C63-4394-E047-A8B8-6B1A0ACE796D}" type="presParOf" srcId="{F7571A74-585A-4B22-BBBE-37BC3C5D54C9}" destId="{5C9FE4A7-3E6E-4F41-897A-CF26F7FED429}" srcOrd="0" destOrd="0" presId="urn:microsoft.com/office/officeart/2018/5/layout/IconLeafLabelList"/>
    <dgm:cxn modelId="{2E127667-DB9D-8B4B-9D5D-BFFDC55E281C}" type="presParOf" srcId="{F7571A74-585A-4B22-BBBE-37BC3C5D54C9}" destId="{CCC980E8-CD8A-4411-A7DB-EE47069E4FB9}" srcOrd="1" destOrd="0" presId="urn:microsoft.com/office/officeart/2018/5/layout/IconLeafLabelList"/>
    <dgm:cxn modelId="{9D205266-3810-884F-9125-B06C6D4197EA}" type="presParOf" srcId="{F7571A74-585A-4B22-BBBE-37BC3C5D54C9}" destId="{A641C593-AF66-44A3-A23E-E50ADF54D923}" srcOrd="2" destOrd="0" presId="urn:microsoft.com/office/officeart/2018/5/layout/IconLeafLabelList"/>
    <dgm:cxn modelId="{FD2B1CCA-5412-CF42-ACB3-0DB65AD49AB3}" type="presParOf" srcId="{F7571A74-585A-4B22-BBBE-37BC3C5D54C9}" destId="{0CC0BDBB-C39B-4A3C-901C-21DD097C43A3}" srcOrd="3" destOrd="0" presId="urn:microsoft.com/office/officeart/2018/5/layout/IconLeafLabelList"/>
    <dgm:cxn modelId="{233EC669-8F84-A146-A63B-8E66739C0EE2}" type="presParOf" srcId="{7E4D1979-E2CF-4385-9EAE-DC82D3F848C0}" destId="{06D5DB4F-A27B-4588-8084-1382CA97C4B2}" srcOrd="3" destOrd="0" presId="urn:microsoft.com/office/officeart/2018/5/layout/IconLeafLabelList"/>
    <dgm:cxn modelId="{35EDEFAD-B220-F940-9223-FEB5F19A1AE5}" type="presParOf" srcId="{7E4D1979-E2CF-4385-9EAE-DC82D3F848C0}" destId="{53E1F0B1-F31B-40CA-89E1-514AC3C20824}" srcOrd="4" destOrd="0" presId="urn:microsoft.com/office/officeart/2018/5/layout/IconLeafLabelList"/>
    <dgm:cxn modelId="{24835C69-9C70-9B4E-B5CB-4B999CFEB934}" type="presParOf" srcId="{53E1F0B1-F31B-40CA-89E1-514AC3C20824}" destId="{C7054B9E-28C2-414A-8000-2E0B37402DC7}" srcOrd="0" destOrd="0" presId="urn:microsoft.com/office/officeart/2018/5/layout/IconLeafLabelList"/>
    <dgm:cxn modelId="{6E91E3B3-28A7-AF4C-A1DB-8C78568A76C8}" type="presParOf" srcId="{53E1F0B1-F31B-40CA-89E1-514AC3C20824}" destId="{F5982266-DE71-49DC-9CCC-8EFAE338CE56}" srcOrd="1" destOrd="0" presId="urn:microsoft.com/office/officeart/2018/5/layout/IconLeafLabelList"/>
    <dgm:cxn modelId="{E19C743E-1EB7-9A44-844E-824D3C890458}" type="presParOf" srcId="{53E1F0B1-F31B-40CA-89E1-514AC3C20824}" destId="{C153EA2D-7646-4CF9-94A7-2D89BA1E1C13}" srcOrd="2" destOrd="0" presId="urn:microsoft.com/office/officeart/2018/5/layout/IconLeafLabelList"/>
    <dgm:cxn modelId="{7C7252BB-980B-9749-BF2E-82CF56CA13FC}" type="presParOf" srcId="{53E1F0B1-F31B-40CA-89E1-514AC3C20824}" destId="{5305A5F4-94E4-45D8-9192-00BE265AD62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88223-D821-4842-8558-F551B1A2103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DEDFCE1-932B-4D60-A468-FBF523158065}">
      <dgm:prSet/>
      <dgm:spPr/>
      <dgm:t>
        <a:bodyPr/>
        <a:lstStyle/>
        <a:p>
          <a:r>
            <a:rPr lang="en-IN"/>
            <a:t>The fread() method outperformed read.csv() in terms of data-loading speed and overall runtime efficiency.</a:t>
          </a:r>
          <a:endParaRPr lang="en-US"/>
        </a:p>
      </dgm:t>
    </dgm:pt>
    <dgm:pt modelId="{60C68276-F3FC-4D5D-B432-B01B67A3A531}" type="parTrans" cxnId="{AF89400B-12A2-4FE4-831F-88C2C70AB3A1}">
      <dgm:prSet/>
      <dgm:spPr/>
      <dgm:t>
        <a:bodyPr/>
        <a:lstStyle/>
        <a:p>
          <a:endParaRPr lang="en-US"/>
        </a:p>
      </dgm:t>
    </dgm:pt>
    <dgm:pt modelId="{C8AC4456-FFF7-4294-B7C8-536066F936BD}" type="sibTrans" cxnId="{AF89400B-12A2-4FE4-831F-88C2C70AB3A1}">
      <dgm:prSet/>
      <dgm:spPr/>
      <dgm:t>
        <a:bodyPr/>
        <a:lstStyle/>
        <a:p>
          <a:endParaRPr lang="en-US"/>
        </a:p>
      </dgm:t>
    </dgm:pt>
    <dgm:pt modelId="{EFC23C35-51B3-4075-B359-12811C4E1580}">
      <dgm:prSet/>
      <dgm:spPr/>
      <dgm:t>
        <a:bodyPr/>
        <a:lstStyle/>
        <a:p>
          <a:r>
            <a:rPr lang="en-IN"/>
            <a:t>When combined with profiling techniques, fread() proved to be more suitable for large public health datasets and high-performance computing workflows.</a:t>
          </a:r>
          <a:endParaRPr lang="en-US"/>
        </a:p>
      </dgm:t>
    </dgm:pt>
    <dgm:pt modelId="{06AFE98B-91A2-4F5A-948F-74D7E23BEF56}" type="parTrans" cxnId="{3EA1CD9E-D399-4699-A1BC-40A3FA2ED2CA}">
      <dgm:prSet/>
      <dgm:spPr/>
      <dgm:t>
        <a:bodyPr/>
        <a:lstStyle/>
        <a:p>
          <a:endParaRPr lang="en-US"/>
        </a:p>
      </dgm:t>
    </dgm:pt>
    <dgm:pt modelId="{BD938414-8C8C-4B43-88F8-87744C0FEC9B}" type="sibTrans" cxnId="{3EA1CD9E-D399-4699-A1BC-40A3FA2ED2CA}">
      <dgm:prSet/>
      <dgm:spPr/>
      <dgm:t>
        <a:bodyPr/>
        <a:lstStyle/>
        <a:p>
          <a:endParaRPr lang="en-US"/>
        </a:p>
      </dgm:t>
    </dgm:pt>
    <dgm:pt modelId="{F99CD3F5-A5FA-CD4C-AEE7-7D3798DDA852}" type="pres">
      <dgm:prSet presAssocID="{55C88223-D821-4842-8558-F551B1A21034}" presName="hierChild1" presStyleCnt="0">
        <dgm:presLayoutVars>
          <dgm:chPref val="1"/>
          <dgm:dir/>
          <dgm:animOne val="branch"/>
          <dgm:animLvl val="lvl"/>
          <dgm:resizeHandles/>
        </dgm:presLayoutVars>
      </dgm:prSet>
      <dgm:spPr/>
    </dgm:pt>
    <dgm:pt modelId="{465024F5-B1A4-6B46-9B6E-29F62F1D8BF0}" type="pres">
      <dgm:prSet presAssocID="{8DEDFCE1-932B-4D60-A468-FBF523158065}" presName="hierRoot1" presStyleCnt="0"/>
      <dgm:spPr/>
    </dgm:pt>
    <dgm:pt modelId="{63E3B932-17B2-6A4F-AAA3-CD5CD801171E}" type="pres">
      <dgm:prSet presAssocID="{8DEDFCE1-932B-4D60-A468-FBF523158065}" presName="composite" presStyleCnt="0"/>
      <dgm:spPr/>
    </dgm:pt>
    <dgm:pt modelId="{021A291D-B8A0-5843-B953-AEA052552DEF}" type="pres">
      <dgm:prSet presAssocID="{8DEDFCE1-932B-4D60-A468-FBF523158065}" presName="background" presStyleLbl="node0" presStyleIdx="0" presStyleCnt="2"/>
      <dgm:spPr/>
    </dgm:pt>
    <dgm:pt modelId="{A44278E1-4BDF-764A-9F6B-60CAB3EBCC25}" type="pres">
      <dgm:prSet presAssocID="{8DEDFCE1-932B-4D60-A468-FBF523158065}" presName="text" presStyleLbl="fgAcc0" presStyleIdx="0" presStyleCnt="2">
        <dgm:presLayoutVars>
          <dgm:chPref val="3"/>
        </dgm:presLayoutVars>
      </dgm:prSet>
      <dgm:spPr/>
    </dgm:pt>
    <dgm:pt modelId="{A719C00E-C775-3944-9AA2-D7C3A83C8C7C}" type="pres">
      <dgm:prSet presAssocID="{8DEDFCE1-932B-4D60-A468-FBF523158065}" presName="hierChild2" presStyleCnt="0"/>
      <dgm:spPr/>
    </dgm:pt>
    <dgm:pt modelId="{6A2EE712-0BF7-AC46-A8FF-EA9EA7B2FF1E}" type="pres">
      <dgm:prSet presAssocID="{EFC23C35-51B3-4075-B359-12811C4E1580}" presName="hierRoot1" presStyleCnt="0"/>
      <dgm:spPr/>
    </dgm:pt>
    <dgm:pt modelId="{528622D4-6C77-804E-B784-CB4D56147962}" type="pres">
      <dgm:prSet presAssocID="{EFC23C35-51B3-4075-B359-12811C4E1580}" presName="composite" presStyleCnt="0"/>
      <dgm:spPr/>
    </dgm:pt>
    <dgm:pt modelId="{BB229410-E85C-3949-9D64-178D8EBB4F78}" type="pres">
      <dgm:prSet presAssocID="{EFC23C35-51B3-4075-B359-12811C4E1580}" presName="background" presStyleLbl="node0" presStyleIdx="1" presStyleCnt="2"/>
      <dgm:spPr/>
    </dgm:pt>
    <dgm:pt modelId="{9CDE62FD-35A7-D64A-93CE-396F21182147}" type="pres">
      <dgm:prSet presAssocID="{EFC23C35-51B3-4075-B359-12811C4E1580}" presName="text" presStyleLbl="fgAcc0" presStyleIdx="1" presStyleCnt="2">
        <dgm:presLayoutVars>
          <dgm:chPref val="3"/>
        </dgm:presLayoutVars>
      </dgm:prSet>
      <dgm:spPr/>
    </dgm:pt>
    <dgm:pt modelId="{BD710602-98C5-9245-B49C-F1A10A7757A9}" type="pres">
      <dgm:prSet presAssocID="{EFC23C35-51B3-4075-B359-12811C4E1580}" presName="hierChild2" presStyleCnt="0"/>
      <dgm:spPr/>
    </dgm:pt>
  </dgm:ptLst>
  <dgm:cxnLst>
    <dgm:cxn modelId="{AF89400B-12A2-4FE4-831F-88C2C70AB3A1}" srcId="{55C88223-D821-4842-8558-F551B1A21034}" destId="{8DEDFCE1-932B-4D60-A468-FBF523158065}" srcOrd="0" destOrd="0" parTransId="{60C68276-F3FC-4D5D-B432-B01B67A3A531}" sibTransId="{C8AC4456-FFF7-4294-B7C8-536066F936BD}"/>
    <dgm:cxn modelId="{D73AB51E-6EE4-6745-9734-FE41CA4F7A4B}" type="presOf" srcId="{EFC23C35-51B3-4075-B359-12811C4E1580}" destId="{9CDE62FD-35A7-D64A-93CE-396F21182147}" srcOrd="0" destOrd="0" presId="urn:microsoft.com/office/officeart/2005/8/layout/hierarchy1"/>
    <dgm:cxn modelId="{4167E728-F8BA-B743-8022-7F75A4717E9A}" type="presOf" srcId="{8DEDFCE1-932B-4D60-A468-FBF523158065}" destId="{A44278E1-4BDF-764A-9F6B-60CAB3EBCC25}" srcOrd="0" destOrd="0" presId="urn:microsoft.com/office/officeart/2005/8/layout/hierarchy1"/>
    <dgm:cxn modelId="{3EA1CD9E-D399-4699-A1BC-40A3FA2ED2CA}" srcId="{55C88223-D821-4842-8558-F551B1A21034}" destId="{EFC23C35-51B3-4075-B359-12811C4E1580}" srcOrd="1" destOrd="0" parTransId="{06AFE98B-91A2-4F5A-948F-74D7E23BEF56}" sibTransId="{BD938414-8C8C-4B43-88F8-87744C0FEC9B}"/>
    <dgm:cxn modelId="{FF8A59DD-E9F3-A740-89B7-8A1DB4FF6B6D}" type="presOf" srcId="{55C88223-D821-4842-8558-F551B1A21034}" destId="{F99CD3F5-A5FA-CD4C-AEE7-7D3798DDA852}" srcOrd="0" destOrd="0" presId="urn:microsoft.com/office/officeart/2005/8/layout/hierarchy1"/>
    <dgm:cxn modelId="{8258F588-66C2-1C4D-A2C1-5C55DD711E15}" type="presParOf" srcId="{F99CD3F5-A5FA-CD4C-AEE7-7D3798DDA852}" destId="{465024F5-B1A4-6B46-9B6E-29F62F1D8BF0}" srcOrd="0" destOrd="0" presId="urn:microsoft.com/office/officeart/2005/8/layout/hierarchy1"/>
    <dgm:cxn modelId="{076DF5B1-AC93-4048-9BBE-DDFEA13EC867}" type="presParOf" srcId="{465024F5-B1A4-6B46-9B6E-29F62F1D8BF0}" destId="{63E3B932-17B2-6A4F-AAA3-CD5CD801171E}" srcOrd="0" destOrd="0" presId="urn:microsoft.com/office/officeart/2005/8/layout/hierarchy1"/>
    <dgm:cxn modelId="{25CA6836-3462-2A4D-95DF-486C219A1F59}" type="presParOf" srcId="{63E3B932-17B2-6A4F-AAA3-CD5CD801171E}" destId="{021A291D-B8A0-5843-B953-AEA052552DEF}" srcOrd="0" destOrd="0" presId="urn:microsoft.com/office/officeart/2005/8/layout/hierarchy1"/>
    <dgm:cxn modelId="{9E90FD04-2502-CF43-8560-1FD1C915990C}" type="presParOf" srcId="{63E3B932-17B2-6A4F-AAA3-CD5CD801171E}" destId="{A44278E1-4BDF-764A-9F6B-60CAB3EBCC25}" srcOrd="1" destOrd="0" presId="urn:microsoft.com/office/officeart/2005/8/layout/hierarchy1"/>
    <dgm:cxn modelId="{EE9B134A-9330-A640-91EE-34D2DE362DC1}" type="presParOf" srcId="{465024F5-B1A4-6B46-9B6E-29F62F1D8BF0}" destId="{A719C00E-C775-3944-9AA2-D7C3A83C8C7C}" srcOrd="1" destOrd="0" presId="urn:microsoft.com/office/officeart/2005/8/layout/hierarchy1"/>
    <dgm:cxn modelId="{EAC96246-722C-7245-AD7B-92A965885242}" type="presParOf" srcId="{F99CD3F5-A5FA-CD4C-AEE7-7D3798DDA852}" destId="{6A2EE712-0BF7-AC46-A8FF-EA9EA7B2FF1E}" srcOrd="1" destOrd="0" presId="urn:microsoft.com/office/officeart/2005/8/layout/hierarchy1"/>
    <dgm:cxn modelId="{B5545F70-9951-2F41-B396-4EF715705BD5}" type="presParOf" srcId="{6A2EE712-0BF7-AC46-A8FF-EA9EA7B2FF1E}" destId="{528622D4-6C77-804E-B784-CB4D56147962}" srcOrd="0" destOrd="0" presId="urn:microsoft.com/office/officeart/2005/8/layout/hierarchy1"/>
    <dgm:cxn modelId="{091C6FC3-10E7-BB4A-90C7-BEED50E6AB18}" type="presParOf" srcId="{528622D4-6C77-804E-B784-CB4D56147962}" destId="{BB229410-E85C-3949-9D64-178D8EBB4F78}" srcOrd="0" destOrd="0" presId="urn:microsoft.com/office/officeart/2005/8/layout/hierarchy1"/>
    <dgm:cxn modelId="{D71CAF18-AA47-7144-A022-A67FDE9DB97E}" type="presParOf" srcId="{528622D4-6C77-804E-B784-CB4D56147962}" destId="{9CDE62FD-35A7-D64A-93CE-396F21182147}" srcOrd="1" destOrd="0" presId="urn:microsoft.com/office/officeart/2005/8/layout/hierarchy1"/>
    <dgm:cxn modelId="{80CA8670-1466-5B40-BA3F-60CBBD903FA1}" type="presParOf" srcId="{6A2EE712-0BF7-AC46-A8FF-EA9EA7B2FF1E}" destId="{BD710602-98C5-9245-B49C-F1A10A7757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5819C-3A3A-3C4D-94D8-BD0A80CEDD64}">
      <dsp:nvSpPr>
        <dsp:cNvPr id="0" name=""/>
        <dsp:cNvSpPr/>
      </dsp:nvSpPr>
      <dsp:spPr>
        <a:xfrm>
          <a:off x="0" y="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BF7A36-B6A3-664A-B341-9B4DDF5C404D}">
      <dsp:nvSpPr>
        <dsp:cNvPr id="0" name=""/>
        <dsp:cNvSpPr/>
      </dsp:nvSpPr>
      <dsp:spPr>
        <a:xfrm>
          <a:off x="0" y="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Project Definition</a:t>
          </a:r>
          <a:endParaRPr lang="en-US" sz="3400" b="0" kern="1200" dirty="0">
            <a:latin typeface="Times New Roman" panose="02020603050405020304" pitchFamily="18" charset="0"/>
            <a:cs typeface="Times New Roman" panose="02020603050405020304" pitchFamily="18" charset="0"/>
          </a:endParaRPr>
        </a:p>
      </dsp:txBody>
      <dsp:txXfrm>
        <a:off x="0" y="0"/>
        <a:ext cx="6291714" cy="696383"/>
      </dsp:txXfrm>
    </dsp:sp>
    <dsp:sp modelId="{A3F013A7-5A31-8943-B13F-71594EC22E35}">
      <dsp:nvSpPr>
        <dsp:cNvPr id="0" name=""/>
        <dsp:cNvSpPr/>
      </dsp:nvSpPr>
      <dsp:spPr>
        <a:xfrm>
          <a:off x="0" y="696383"/>
          <a:ext cx="6291714" cy="0"/>
        </a:xfrm>
        <a:prstGeom prst="line">
          <a:avLst/>
        </a:prstGeom>
        <a:solidFill>
          <a:schemeClr val="accent2">
            <a:hueOff val="920516"/>
            <a:satOff val="-2642"/>
            <a:lumOff val="-423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A9623-8634-5347-A7B1-14B2BCEBE894}">
      <dsp:nvSpPr>
        <dsp:cNvPr id="0" name=""/>
        <dsp:cNvSpPr/>
      </dsp:nvSpPr>
      <dsp:spPr>
        <a:xfrm>
          <a:off x="0" y="6963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Definition</a:t>
          </a:r>
          <a:endParaRPr lang="en-US" sz="3400" b="0" kern="1200" dirty="0">
            <a:latin typeface="Times New Roman" panose="02020603050405020304" pitchFamily="18" charset="0"/>
            <a:cs typeface="Times New Roman" panose="02020603050405020304" pitchFamily="18" charset="0"/>
          </a:endParaRPr>
        </a:p>
      </dsp:txBody>
      <dsp:txXfrm>
        <a:off x="0" y="696383"/>
        <a:ext cx="6291714" cy="696383"/>
      </dsp:txXfrm>
    </dsp:sp>
    <dsp:sp modelId="{6CCBD26D-C81A-234C-BA09-FD436AF5AD38}">
      <dsp:nvSpPr>
        <dsp:cNvPr id="0" name=""/>
        <dsp:cNvSpPr/>
      </dsp:nvSpPr>
      <dsp:spPr>
        <a:xfrm>
          <a:off x="0" y="1392766"/>
          <a:ext cx="6291714" cy="0"/>
        </a:xfrm>
        <a:prstGeom prst="line">
          <a:avLst/>
        </a:prstGeom>
        <a:solidFill>
          <a:schemeClr val="accent2">
            <a:hueOff val="1841032"/>
            <a:satOff val="-5284"/>
            <a:lumOff val="-8460"/>
            <a:alphaOff val="0"/>
          </a:schemeClr>
        </a:solidFill>
        <a:ln w="19050" cap="flat" cmpd="sng" algn="ctr">
          <a:solidFill>
            <a:schemeClr val="accent2">
              <a:hueOff val="1841032"/>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B32CD-BBE2-0E4D-A8E4-03579D2391B8}">
      <dsp:nvSpPr>
        <dsp:cNvPr id="0" name=""/>
        <dsp:cNvSpPr/>
      </dsp:nvSpPr>
      <dsp:spPr>
        <a:xfrm>
          <a:off x="0" y="139276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dirty="0">
              <a:latin typeface="Times New Roman" panose="02020603050405020304" pitchFamily="18" charset="0"/>
              <a:cs typeface="Times New Roman" panose="02020603050405020304" pitchFamily="18" charset="0"/>
            </a:rPr>
            <a:t>Data Sources</a:t>
          </a:r>
          <a:endParaRPr lang="en-US" sz="3400" b="0" kern="1200" dirty="0">
            <a:latin typeface="Times New Roman" panose="02020603050405020304" pitchFamily="18" charset="0"/>
            <a:cs typeface="Times New Roman" panose="02020603050405020304" pitchFamily="18" charset="0"/>
          </a:endParaRPr>
        </a:p>
      </dsp:txBody>
      <dsp:txXfrm>
        <a:off x="0" y="1392766"/>
        <a:ext cx="6291714" cy="696383"/>
      </dsp:txXfrm>
    </dsp:sp>
    <dsp:sp modelId="{C7B969A7-A3B9-1744-AB8E-6B621FDD8AA2}">
      <dsp:nvSpPr>
        <dsp:cNvPr id="0" name=""/>
        <dsp:cNvSpPr/>
      </dsp:nvSpPr>
      <dsp:spPr>
        <a:xfrm>
          <a:off x="0" y="2089150"/>
          <a:ext cx="6291714" cy="0"/>
        </a:xfrm>
        <a:prstGeom prst="line">
          <a:avLst/>
        </a:prstGeom>
        <a:solidFill>
          <a:schemeClr val="accent2">
            <a:hueOff val="2761548"/>
            <a:satOff val="-7926"/>
            <a:lumOff val="-12690"/>
            <a:alphaOff val="0"/>
          </a:schemeClr>
        </a:solidFill>
        <a:ln w="19050" cap="flat" cmpd="sng" algn="ctr">
          <a:solidFill>
            <a:schemeClr val="accent2">
              <a:hueOff val="2761548"/>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BB9EC-5173-9942-B9ED-818E2E89724E}">
      <dsp:nvSpPr>
        <dsp:cNvPr id="0" name=""/>
        <dsp:cNvSpPr/>
      </dsp:nvSpPr>
      <dsp:spPr>
        <a:xfrm>
          <a:off x="0" y="208915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Collection</a:t>
          </a:r>
          <a:endParaRPr lang="en-US" sz="3400" b="0" kern="1200">
            <a:latin typeface="Times New Roman" panose="02020603050405020304" pitchFamily="18" charset="0"/>
            <a:cs typeface="Times New Roman" panose="02020603050405020304" pitchFamily="18" charset="0"/>
          </a:endParaRPr>
        </a:p>
      </dsp:txBody>
      <dsp:txXfrm>
        <a:off x="0" y="2089150"/>
        <a:ext cx="6291714" cy="696383"/>
      </dsp:txXfrm>
    </dsp:sp>
    <dsp:sp modelId="{0863928E-040C-594E-B18B-EC96DBF404E9}">
      <dsp:nvSpPr>
        <dsp:cNvPr id="0" name=""/>
        <dsp:cNvSpPr/>
      </dsp:nvSpPr>
      <dsp:spPr>
        <a:xfrm>
          <a:off x="0" y="2785533"/>
          <a:ext cx="6291714" cy="0"/>
        </a:xfrm>
        <a:prstGeom prst="line">
          <a:avLst/>
        </a:prstGeom>
        <a:solidFill>
          <a:schemeClr val="accent2">
            <a:hueOff val="3682064"/>
            <a:satOff val="-10567"/>
            <a:lumOff val="-16919"/>
            <a:alphaOff val="0"/>
          </a:schemeClr>
        </a:solidFill>
        <a:ln w="19050" cap="flat" cmpd="sng" algn="ctr">
          <a:solidFill>
            <a:schemeClr val="accent2">
              <a:hueOff val="3682064"/>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9DAA17-25C6-804A-A2F7-0F975FA046EE}">
      <dsp:nvSpPr>
        <dsp:cNvPr id="0" name=""/>
        <dsp:cNvSpPr/>
      </dsp:nvSpPr>
      <dsp:spPr>
        <a:xfrm>
          <a:off x="0" y="278553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Description</a:t>
          </a:r>
          <a:endParaRPr lang="en-US" sz="3400" b="0" kern="1200">
            <a:latin typeface="Times New Roman" panose="02020603050405020304" pitchFamily="18" charset="0"/>
            <a:cs typeface="Times New Roman" panose="02020603050405020304" pitchFamily="18" charset="0"/>
          </a:endParaRPr>
        </a:p>
      </dsp:txBody>
      <dsp:txXfrm>
        <a:off x="0" y="2785533"/>
        <a:ext cx="6291714" cy="696383"/>
      </dsp:txXfrm>
    </dsp:sp>
    <dsp:sp modelId="{C0CBBD55-52C0-8F45-AE27-56792BB0EF68}">
      <dsp:nvSpPr>
        <dsp:cNvPr id="0" name=""/>
        <dsp:cNvSpPr/>
      </dsp:nvSpPr>
      <dsp:spPr>
        <a:xfrm>
          <a:off x="0" y="3481916"/>
          <a:ext cx="6291714" cy="0"/>
        </a:xfrm>
        <a:prstGeom prst="line">
          <a:avLst/>
        </a:prstGeom>
        <a:solidFill>
          <a:schemeClr val="accent2">
            <a:hueOff val="4602580"/>
            <a:satOff val="-13209"/>
            <a:lumOff val="-21149"/>
            <a:alphaOff val="0"/>
          </a:schemeClr>
        </a:solidFill>
        <a:ln w="19050" cap="flat" cmpd="sng" algn="ctr">
          <a:solidFill>
            <a:schemeClr val="accent2">
              <a:hueOff val="4602580"/>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294F76-60EB-594F-9A2C-3C386D530CE1}">
      <dsp:nvSpPr>
        <dsp:cNvPr id="0" name=""/>
        <dsp:cNvSpPr/>
      </dsp:nvSpPr>
      <dsp:spPr>
        <a:xfrm>
          <a:off x="0" y="3481916"/>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i="0" kern="1200" baseline="0">
              <a:latin typeface="Times New Roman" panose="02020603050405020304" pitchFamily="18" charset="0"/>
              <a:cs typeface="Times New Roman" panose="02020603050405020304" pitchFamily="18" charset="0"/>
            </a:rPr>
            <a:t>Data Attributes</a:t>
          </a:r>
          <a:endParaRPr lang="en-US" sz="3400" b="0" kern="1200">
            <a:latin typeface="Times New Roman" panose="02020603050405020304" pitchFamily="18" charset="0"/>
            <a:cs typeface="Times New Roman" panose="02020603050405020304" pitchFamily="18" charset="0"/>
          </a:endParaRPr>
        </a:p>
      </dsp:txBody>
      <dsp:txXfrm>
        <a:off x="0" y="3481916"/>
        <a:ext cx="6291714" cy="696383"/>
      </dsp:txXfrm>
    </dsp:sp>
    <dsp:sp modelId="{D3931068-04D1-0A40-8540-34941A89B360}">
      <dsp:nvSpPr>
        <dsp:cNvPr id="0" name=""/>
        <dsp:cNvSpPr/>
      </dsp:nvSpPr>
      <dsp:spPr>
        <a:xfrm>
          <a:off x="0" y="4178300"/>
          <a:ext cx="6291714" cy="0"/>
        </a:xfrm>
        <a:prstGeom prst="line">
          <a:avLst/>
        </a:prstGeom>
        <a:solidFill>
          <a:schemeClr val="accent2">
            <a:hueOff val="5523096"/>
            <a:satOff val="-15851"/>
            <a:lumOff val="-25379"/>
            <a:alphaOff val="0"/>
          </a:schemeClr>
        </a:solidFill>
        <a:ln w="19050" cap="flat" cmpd="sng" algn="ctr">
          <a:solidFill>
            <a:schemeClr val="accent2">
              <a:hueOff val="5523096"/>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17CC81-665E-1D4B-A346-487CB58CF8F5}">
      <dsp:nvSpPr>
        <dsp:cNvPr id="0" name=""/>
        <dsp:cNvSpPr/>
      </dsp:nvSpPr>
      <dsp:spPr>
        <a:xfrm>
          <a:off x="0" y="4178300"/>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Regression Profiling</a:t>
          </a:r>
        </a:p>
      </dsp:txBody>
      <dsp:txXfrm>
        <a:off x="0" y="4178300"/>
        <a:ext cx="6291714" cy="696383"/>
      </dsp:txXfrm>
    </dsp:sp>
    <dsp:sp modelId="{37FD967C-AB64-E14F-B396-3BFFBDF935CA}">
      <dsp:nvSpPr>
        <dsp:cNvPr id="0" name=""/>
        <dsp:cNvSpPr/>
      </dsp:nvSpPr>
      <dsp:spPr>
        <a:xfrm>
          <a:off x="0" y="4874683"/>
          <a:ext cx="6291714" cy="0"/>
        </a:xfrm>
        <a:prstGeom prst="line">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53DCC8-1612-BF49-AE7B-569E14595313}">
      <dsp:nvSpPr>
        <dsp:cNvPr id="0" name=""/>
        <dsp:cNvSpPr/>
      </dsp:nvSpPr>
      <dsp:spPr>
        <a:xfrm>
          <a:off x="0" y="4874683"/>
          <a:ext cx="6291714" cy="696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N" sz="3400" b="0" kern="1200">
              <a:latin typeface="Times New Roman" panose="02020603050405020304" pitchFamily="18" charset="0"/>
              <a:cs typeface="Times New Roman" panose="02020603050405020304" pitchFamily="18" charset="0"/>
            </a:rPr>
            <a:t>Performance Comparison</a:t>
          </a:r>
        </a:p>
      </dsp:txBody>
      <dsp:txXfrm>
        <a:off x="0" y="4874683"/>
        <a:ext cx="6291714" cy="696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CCA18-6B74-B84D-ADFC-D370BF7E3AB4}">
      <dsp:nvSpPr>
        <dsp:cNvPr id="0" name=""/>
        <dsp:cNvSpPr/>
      </dsp:nvSpPr>
      <dsp:spPr>
        <a:xfrm>
          <a:off x="0" y="210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61C86B-22D4-D84F-8050-4C78D9F70287}">
      <dsp:nvSpPr>
        <dsp:cNvPr id="0" name=""/>
        <dsp:cNvSpPr/>
      </dsp:nvSpPr>
      <dsp:spPr>
        <a:xfrm>
          <a:off x="0" y="210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Project Objective:</a:t>
          </a:r>
          <a:endParaRPr lang="en-US" sz="2400" kern="1200" dirty="0">
            <a:latin typeface="Calibri" panose="020F0502020204030204" pitchFamily="34" charset="0"/>
            <a:cs typeface="Calibri" panose="020F0502020204030204" pitchFamily="34" charset="0"/>
          </a:endParaRPr>
        </a:p>
      </dsp:txBody>
      <dsp:txXfrm>
        <a:off x="0" y="2100"/>
        <a:ext cx="6291714" cy="1369180"/>
      </dsp:txXfrm>
    </dsp:sp>
    <dsp:sp modelId="{83D88A69-4BEB-424A-AE97-AC456EE5E185}">
      <dsp:nvSpPr>
        <dsp:cNvPr id="0" name=""/>
        <dsp:cNvSpPr/>
      </dsp:nvSpPr>
      <dsp:spPr>
        <a:xfrm>
          <a:off x="0" y="614050"/>
          <a:ext cx="6291714"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EF0A27-8572-594B-86C1-F001FDE0888A}">
      <dsp:nvSpPr>
        <dsp:cNvPr id="0" name=""/>
        <dsp:cNvSpPr/>
      </dsp:nvSpPr>
      <dsp:spPr>
        <a:xfrm>
          <a:off x="3331" y="699766"/>
          <a:ext cx="6285569" cy="1418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This project aims to </a:t>
          </a:r>
          <a:r>
            <a:rPr lang="en-IN" sz="2400" b="0" i="0" u="none" kern="1200" dirty="0" err="1"/>
            <a:t>analyze</a:t>
          </a:r>
          <a:r>
            <a:rPr lang="en-IN" sz="2400" b="0" i="0" u="none" kern="1200" dirty="0"/>
            <a:t> county-level lung cancer mortality and incidence in the United States. Linear regression is used to identify key predictors associated with mortality outcomes, and performance profiling is applied to evaluate computational efficiency in regression </a:t>
          </a:r>
          <a:r>
            <a:rPr lang="en-IN" sz="2400" b="0" i="0" u="none" kern="1200" dirty="0" err="1"/>
            <a:t>modeling</a:t>
          </a:r>
          <a:r>
            <a:rPr lang="en-IN" sz="2400" b="0" i="0" u="none" kern="1200" dirty="0"/>
            <a:t>.</a:t>
          </a:r>
          <a:endParaRPr lang="en-US" sz="2400" kern="1200" dirty="0">
            <a:latin typeface="Calibri" panose="020F0502020204030204" pitchFamily="34" charset="0"/>
            <a:cs typeface="Calibri" panose="020F0502020204030204" pitchFamily="34" charset="0"/>
          </a:endParaRPr>
        </a:p>
      </dsp:txBody>
      <dsp:txXfrm>
        <a:off x="3331" y="699766"/>
        <a:ext cx="6285569" cy="1418991"/>
      </dsp:txXfrm>
    </dsp:sp>
    <dsp:sp modelId="{2C56CBA3-D8CC-B844-BFA5-A9CC48587C8A}">
      <dsp:nvSpPr>
        <dsp:cNvPr id="0" name=""/>
        <dsp:cNvSpPr/>
      </dsp:nvSpPr>
      <dsp:spPr>
        <a:xfrm>
          <a:off x="0" y="3324157"/>
          <a:ext cx="6291714"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3AE25-1AB2-6E40-B760-7B24DB0AF2BD}">
      <dsp:nvSpPr>
        <dsp:cNvPr id="0" name=""/>
        <dsp:cNvSpPr/>
      </dsp:nvSpPr>
      <dsp:spPr>
        <a:xfrm>
          <a:off x="0" y="3494620"/>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cs typeface="Calibri" panose="020F0502020204030204" pitchFamily="34" charset="0"/>
            </a:rPr>
            <a:t>Problem Statement:</a:t>
          </a:r>
          <a:endParaRPr lang="en-US" sz="2400" kern="1200" dirty="0">
            <a:latin typeface="Calibri" panose="020F0502020204030204" pitchFamily="34" charset="0"/>
            <a:cs typeface="Calibri" panose="020F0502020204030204" pitchFamily="34" charset="0"/>
          </a:endParaRPr>
        </a:p>
      </dsp:txBody>
      <dsp:txXfrm>
        <a:off x="0" y="3494620"/>
        <a:ext cx="6291714" cy="1369180"/>
      </dsp:txXfrm>
    </dsp:sp>
    <dsp:sp modelId="{7D4811BE-A0D3-194A-AED4-EEC5D43EED2B}">
      <dsp:nvSpPr>
        <dsp:cNvPr id="0" name=""/>
        <dsp:cNvSpPr/>
      </dsp:nvSpPr>
      <dsp:spPr>
        <a:xfrm>
          <a:off x="0" y="407256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77C06-F3E7-3D47-9846-F275F3DD4B59}">
      <dsp:nvSpPr>
        <dsp:cNvPr id="0" name=""/>
        <dsp:cNvSpPr/>
      </dsp:nvSpPr>
      <dsp:spPr>
        <a:xfrm>
          <a:off x="0" y="4160768"/>
          <a:ext cx="6291714" cy="1369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0" i="0" u="none" kern="1200" dirty="0"/>
            <a:t>Lung cancer continues to be a major public health concern in the United States, with substantial variation in outcomes across counties and populations.</a:t>
          </a:r>
          <a:endParaRPr lang="en-US" sz="2400" kern="1200" dirty="0">
            <a:latin typeface="Calibri" panose="020F0502020204030204" pitchFamily="34" charset="0"/>
            <a:cs typeface="Calibri" panose="020F0502020204030204" pitchFamily="34" charset="0"/>
          </a:endParaRPr>
        </a:p>
      </dsp:txBody>
      <dsp:txXfrm>
        <a:off x="0" y="4160768"/>
        <a:ext cx="6291714" cy="1369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EC573-866C-4BDD-B039-10A566EF23CC}">
      <dsp:nvSpPr>
        <dsp:cNvPr id="0" name=""/>
        <dsp:cNvSpPr/>
      </dsp:nvSpPr>
      <dsp:spPr>
        <a:xfrm>
          <a:off x="0" y="671"/>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1381B-6D62-4C77-8A23-E0667997C0BE}">
      <dsp:nvSpPr>
        <dsp:cNvPr id="0" name=""/>
        <dsp:cNvSpPr/>
      </dsp:nvSpPr>
      <dsp:spPr>
        <a:xfrm>
          <a:off x="475513" y="354359"/>
          <a:ext cx="864569" cy="864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2995A-AD2A-42F4-A33D-EFC4451F845A}">
      <dsp:nvSpPr>
        <dsp:cNvPr id="0" name=""/>
        <dsp:cNvSpPr/>
      </dsp:nvSpPr>
      <dsp:spPr>
        <a:xfrm>
          <a:off x="1815596" y="671"/>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The dataset contains aggregated, county-level lung cancer incidence and mortality records across the United States, with each observation representing a county for a given year.</a:t>
          </a:r>
        </a:p>
      </dsp:txBody>
      <dsp:txXfrm>
        <a:off x="1815596" y="671"/>
        <a:ext cx="4045493" cy="1571944"/>
      </dsp:txXfrm>
    </dsp:sp>
    <dsp:sp modelId="{E038A883-8BA5-4EED-A4CB-FEE260476C33}">
      <dsp:nvSpPr>
        <dsp:cNvPr id="0" name=""/>
        <dsp:cNvSpPr/>
      </dsp:nvSpPr>
      <dsp:spPr>
        <a:xfrm>
          <a:off x="0" y="1965602"/>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AF4CD-48D0-47E9-B314-E941B2539ADF}">
      <dsp:nvSpPr>
        <dsp:cNvPr id="0" name=""/>
        <dsp:cNvSpPr/>
      </dsp:nvSpPr>
      <dsp:spPr>
        <a:xfrm>
          <a:off x="475513" y="2319290"/>
          <a:ext cx="864569" cy="864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602562-6B0E-4F0F-ACD3-D734E6F19E5B}">
      <dsp:nvSpPr>
        <dsp:cNvPr id="0" name=""/>
        <dsp:cNvSpPr/>
      </dsp:nvSpPr>
      <dsp:spPr>
        <a:xfrm>
          <a:off x="1815596" y="1965602"/>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dirty="0"/>
            <a:t>Variables include cancer outcome measures, geographic identifiers, and selected </a:t>
          </a:r>
          <a:r>
            <a:rPr lang="en-IN" sz="1500" kern="1200" dirty="0" err="1"/>
            <a:t>behavioral</a:t>
          </a:r>
          <a:r>
            <a:rPr lang="en-IN" sz="1500" kern="1200" dirty="0"/>
            <a:t> risk indicators such as smoking prevalence.</a:t>
          </a:r>
        </a:p>
      </dsp:txBody>
      <dsp:txXfrm>
        <a:off x="1815596" y="1965602"/>
        <a:ext cx="4045493" cy="1571944"/>
      </dsp:txXfrm>
    </dsp:sp>
    <dsp:sp modelId="{CB40DD24-4FED-4BC0-ADE7-6ADA92E83CCE}">
      <dsp:nvSpPr>
        <dsp:cNvPr id="0" name=""/>
        <dsp:cNvSpPr/>
      </dsp:nvSpPr>
      <dsp:spPr>
        <a:xfrm>
          <a:off x="0" y="3930533"/>
          <a:ext cx="5861090" cy="15719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7BFE8A-7E46-427D-A9E7-0E81A1AB705A}">
      <dsp:nvSpPr>
        <dsp:cNvPr id="0" name=""/>
        <dsp:cNvSpPr/>
      </dsp:nvSpPr>
      <dsp:spPr>
        <a:xfrm>
          <a:off x="475513" y="4284221"/>
          <a:ext cx="864569" cy="8645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8CA1CC-0B4D-4A85-B0D8-5163D3F4A85F}">
      <dsp:nvSpPr>
        <dsp:cNvPr id="0" name=""/>
        <dsp:cNvSpPr/>
      </dsp:nvSpPr>
      <dsp:spPr>
        <a:xfrm>
          <a:off x="1815596" y="3930533"/>
          <a:ext cx="4045493" cy="157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364" tIns="166364" rIns="166364" bIns="166364" numCol="1" spcCol="1270" anchor="ctr" anchorCtr="0">
          <a:noAutofit/>
        </a:bodyPr>
        <a:lstStyle/>
        <a:p>
          <a:pPr marL="0" lvl="0" indent="0" algn="l" defTabSz="666750">
            <a:lnSpc>
              <a:spcPct val="100000"/>
            </a:lnSpc>
            <a:spcBef>
              <a:spcPct val="0"/>
            </a:spcBef>
            <a:spcAft>
              <a:spcPct val="35000"/>
            </a:spcAft>
            <a:buNone/>
          </a:pPr>
          <a:r>
            <a:rPr lang="en-IN" sz="1500" kern="1200"/>
            <a:t>All data were obtained from publicly available government sources and provided in CSV (.csv) format for statistical and regression analysis.</a:t>
          </a:r>
        </a:p>
      </dsp:txBody>
      <dsp:txXfrm>
        <a:off x="1815596" y="3930533"/>
        <a:ext cx="4045493" cy="1571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51561-5E37-4FC2-A610-EA6E1259A51D}">
      <dsp:nvSpPr>
        <dsp:cNvPr id="0" name=""/>
        <dsp:cNvSpPr/>
      </dsp:nvSpPr>
      <dsp:spPr>
        <a:xfrm>
          <a:off x="0" y="2556"/>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3621FA-A29A-479C-BFBA-AC2FA9BC0863}">
      <dsp:nvSpPr>
        <dsp:cNvPr id="0" name=""/>
        <dsp:cNvSpPr/>
      </dsp:nvSpPr>
      <dsp:spPr>
        <a:xfrm>
          <a:off x="391974" y="294107"/>
          <a:ext cx="712680" cy="712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1518A6-744F-45D1-AFBD-C70CFB24D40E}">
      <dsp:nvSpPr>
        <dsp:cNvPr id="0" name=""/>
        <dsp:cNvSpPr/>
      </dsp:nvSpPr>
      <dsp:spPr>
        <a:xfrm>
          <a:off x="1496629" y="2556"/>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were collected from official U.S. cancer surveillance systems.</a:t>
          </a:r>
          <a:endParaRPr lang="en-US" sz="2200" kern="1200"/>
        </a:p>
      </dsp:txBody>
      <dsp:txXfrm>
        <a:off x="1496629" y="2556"/>
        <a:ext cx="4748635" cy="1295783"/>
      </dsp:txXfrm>
    </dsp:sp>
    <dsp:sp modelId="{0F6633A4-B82D-4823-B13D-EBB070A6720F}">
      <dsp:nvSpPr>
        <dsp:cNvPr id="0" name=""/>
        <dsp:cNvSpPr/>
      </dsp:nvSpPr>
      <dsp:spPr>
        <a:xfrm>
          <a:off x="0" y="1622285"/>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7072F-E486-4976-BE79-D63062036795}">
      <dsp:nvSpPr>
        <dsp:cNvPr id="0" name=""/>
        <dsp:cNvSpPr/>
      </dsp:nvSpPr>
      <dsp:spPr>
        <a:xfrm>
          <a:off x="391974" y="1913837"/>
          <a:ext cx="712680" cy="7126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007C67-AD82-4BC6-AADD-ADAFAE90CD23}">
      <dsp:nvSpPr>
        <dsp:cNvPr id="0" name=""/>
        <dsp:cNvSpPr/>
      </dsp:nvSpPr>
      <dsp:spPr>
        <a:xfrm>
          <a:off x="1496629" y="1622285"/>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County-level datasets were downloaded directly from public data portals.</a:t>
          </a:r>
          <a:endParaRPr lang="en-US" sz="2200" kern="1200"/>
        </a:p>
      </dsp:txBody>
      <dsp:txXfrm>
        <a:off x="1496629" y="1622285"/>
        <a:ext cx="4748635" cy="1295783"/>
      </dsp:txXfrm>
    </dsp:sp>
    <dsp:sp modelId="{FFC8C59B-97A7-4123-8AB8-8836FE22924E}">
      <dsp:nvSpPr>
        <dsp:cNvPr id="0" name=""/>
        <dsp:cNvSpPr/>
      </dsp:nvSpPr>
      <dsp:spPr>
        <a:xfrm>
          <a:off x="0" y="324201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152EA4-F5F2-4337-B6C3-D1F42579EF85}">
      <dsp:nvSpPr>
        <dsp:cNvPr id="0" name=""/>
        <dsp:cNvSpPr/>
      </dsp:nvSpPr>
      <dsp:spPr>
        <a:xfrm>
          <a:off x="391974" y="3533566"/>
          <a:ext cx="712680" cy="7126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3FD0B-396F-4E56-9650-A2EC16ED85A5}">
      <dsp:nvSpPr>
        <dsp:cNvPr id="0" name=""/>
        <dsp:cNvSpPr/>
      </dsp:nvSpPr>
      <dsp:spPr>
        <a:xfrm>
          <a:off x="1496629" y="324201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Data files were obtained in </a:t>
          </a:r>
          <a:r>
            <a:rPr lang="en-IN" sz="2200" b="1" kern="1200"/>
            <a:t>CSV format</a:t>
          </a:r>
          <a:r>
            <a:rPr lang="en-IN" sz="2200" kern="1200"/>
            <a:t> for reproducibility.</a:t>
          </a:r>
          <a:endParaRPr lang="en-US" sz="2200" kern="1200"/>
        </a:p>
      </dsp:txBody>
      <dsp:txXfrm>
        <a:off x="1496629" y="3242014"/>
        <a:ext cx="4748635" cy="1295783"/>
      </dsp:txXfrm>
    </dsp:sp>
    <dsp:sp modelId="{1E3C4598-EB0F-482C-9B24-0137979858F4}">
      <dsp:nvSpPr>
        <dsp:cNvPr id="0" name=""/>
        <dsp:cNvSpPr/>
      </dsp:nvSpPr>
      <dsp:spPr>
        <a:xfrm>
          <a:off x="0" y="4861744"/>
          <a:ext cx="6245265" cy="12957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0C13ED-5692-4225-AA00-0E006DAE1900}">
      <dsp:nvSpPr>
        <dsp:cNvPr id="0" name=""/>
        <dsp:cNvSpPr/>
      </dsp:nvSpPr>
      <dsp:spPr>
        <a:xfrm>
          <a:off x="391974" y="5153295"/>
          <a:ext cx="712680" cy="7126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0C8418-A896-4135-9A9E-7066CBB3086E}">
      <dsp:nvSpPr>
        <dsp:cNvPr id="0" name=""/>
        <dsp:cNvSpPr/>
      </dsp:nvSpPr>
      <dsp:spPr>
        <a:xfrm>
          <a:off x="1496629" y="4861744"/>
          <a:ext cx="4748635" cy="1295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37" tIns="137137" rIns="137137" bIns="137137" numCol="1" spcCol="1270" anchor="ctr" anchorCtr="0">
          <a:noAutofit/>
        </a:bodyPr>
        <a:lstStyle/>
        <a:p>
          <a:pPr marL="0" lvl="0" indent="0" algn="l" defTabSz="977900">
            <a:lnSpc>
              <a:spcPct val="90000"/>
            </a:lnSpc>
            <a:spcBef>
              <a:spcPct val="0"/>
            </a:spcBef>
            <a:spcAft>
              <a:spcPct val="35000"/>
            </a:spcAft>
            <a:buNone/>
          </a:pPr>
          <a:r>
            <a:rPr lang="en-IN" sz="2200" kern="1200"/>
            <a:t>No personal identifiers are included, ensuring ethical data use.</a:t>
          </a:r>
          <a:endParaRPr lang="en-US" sz="2200" kern="1200"/>
        </a:p>
      </dsp:txBody>
      <dsp:txXfrm>
        <a:off x="1496629" y="4861744"/>
        <a:ext cx="4748635" cy="12957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982B-DB26-D94D-A4E6-E0281C8C6D2F}">
      <dsp:nvSpPr>
        <dsp:cNvPr id="0" name=""/>
        <dsp:cNvSpPr/>
      </dsp:nvSpPr>
      <dsp:spPr>
        <a:xfrm>
          <a:off x="0" y="0"/>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74893-E42F-A04C-ACF1-E56416385D49}">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Unit of Observation: </a:t>
          </a:r>
          <a:r>
            <a:rPr lang="en-US" sz="2500" b="0" i="0" kern="1200" baseline="0" dirty="0"/>
            <a:t>Each row represents a </a:t>
          </a:r>
          <a:r>
            <a:rPr lang="en-US" sz="2500" b="1" i="0" kern="1200" baseline="0" dirty="0"/>
            <a:t>county–year combination</a:t>
          </a:r>
          <a:r>
            <a:rPr lang="en-US" sz="2500" b="0" i="0" kern="1200" baseline="0" dirty="0"/>
            <a:t>.</a:t>
          </a:r>
          <a:endParaRPr lang="en-US" sz="2500" kern="1200" dirty="0"/>
        </a:p>
      </dsp:txBody>
      <dsp:txXfrm>
        <a:off x="0" y="0"/>
        <a:ext cx="10515600" cy="543917"/>
      </dsp:txXfrm>
    </dsp:sp>
    <dsp:sp modelId="{806C8349-DA03-3545-97D2-F0D91CA7D095}">
      <dsp:nvSpPr>
        <dsp:cNvPr id="0" name=""/>
        <dsp:cNvSpPr/>
      </dsp:nvSpPr>
      <dsp:spPr>
        <a:xfrm>
          <a:off x="0" y="543917"/>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5F128-7756-5546-A2B0-3688301C7098}">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543917"/>
        <a:ext cx="10515600" cy="543917"/>
      </dsp:txXfrm>
    </dsp:sp>
    <dsp:sp modelId="{D20BB33D-0824-0E41-993E-277EB8144258}">
      <dsp:nvSpPr>
        <dsp:cNvPr id="0" name=""/>
        <dsp:cNvSpPr/>
      </dsp:nvSpPr>
      <dsp:spPr>
        <a:xfrm>
          <a:off x="0" y="1087834"/>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57143-6241-D847-9256-4AC3303F2818}">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Geographic Coverage: </a:t>
          </a:r>
          <a:r>
            <a:rPr lang="en-US" sz="2500" b="0" i="0" kern="1200" baseline="0" dirty="0"/>
            <a:t>United States (county-level data).</a:t>
          </a:r>
          <a:endParaRPr lang="en-US" sz="2500" kern="1200" dirty="0"/>
        </a:p>
      </dsp:txBody>
      <dsp:txXfrm>
        <a:off x="0" y="1087834"/>
        <a:ext cx="10515600" cy="543917"/>
      </dsp:txXfrm>
    </dsp:sp>
    <dsp:sp modelId="{3DD2AFA0-AD2C-1B42-95F5-979A951A265A}">
      <dsp:nvSpPr>
        <dsp:cNvPr id="0" name=""/>
        <dsp:cNvSpPr/>
      </dsp:nvSpPr>
      <dsp:spPr>
        <a:xfrm>
          <a:off x="0" y="1631751"/>
          <a:ext cx="105156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E838AB-AFB0-FF48-8CED-8144F9262BC3}">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1631751"/>
        <a:ext cx="10515600" cy="543917"/>
      </dsp:txXfrm>
    </dsp:sp>
    <dsp:sp modelId="{CD9E9F56-FFA3-6942-86DC-C406A4B041DD}">
      <dsp:nvSpPr>
        <dsp:cNvPr id="0" name=""/>
        <dsp:cNvSpPr/>
      </dsp:nvSpPr>
      <dsp:spPr>
        <a:xfrm>
          <a:off x="0" y="2175669"/>
          <a:ext cx="105156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CED1EC-E2EE-2F49-950B-F1F01FD0BC4A}">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Time Coverage: </a:t>
          </a:r>
          <a:r>
            <a:rPr lang="en-US" sz="2500" b="0" i="0" kern="1200" baseline="0" dirty="0"/>
            <a:t>Multiple recent years (varies by dataset).</a:t>
          </a:r>
          <a:endParaRPr lang="en-US" sz="2500" kern="1200" dirty="0"/>
        </a:p>
      </dsp:txBody>
      <dsp:txXfrm>
        <a:off x="0" y="2175669"/>
        <a:ext cx="10515600" cy="543917"/>
      </dsp:txXfrm>
    </dsp:sp>
    <dsp:sp modelId="{13091B1E-D6A8-9846-977E-8D5CFC05A615}">
      <dsp:nvSpPr>
        <dsp:cNvPr id="0" name=""/>
        <dsp:cNvSpPr/>
      </dsp:nvSpPr>
      <dsp:spPr>
        <a:xfrm>
          <a:off x="0" y="2719586"/>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E0D15-A519-3B45-84F0-51C406380750}">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2719586"/>
        <a:ext cx="10515600" cy="543917"/>
      </dsp:txXfrm>
    </dsp:sp>
    <dsp:sp modelId="{785DE470-0455-9343-B392-59AA8244B04B}">
      <dsp:nvSpPr>
        <dsp:cNvPr id="0" name=""/>
        <dsp:cNvSpPr/>
      </dsp:nvSpPr>
      <dsp:spPr>
        <a:xfrm>
          <a:off x="0" y="3263503"/>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A276A7-BAD8-0D40-B61C-0F0ADADA19AB}">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i="0" kern="1200" baseline="0" dirty="0"/>
            <a:t>Population: </a:t>
          </a:r>
          <a:r>
            <a:rPr lang="en-US" sz="2500" b="0" i="0" kern="1200" baseline="0" dirty="0"/>
            <a:t>Adult population in the United States.</a:t>
          </a:r>
          <a:endParaRPr lang="en-US" sz="2500" kern="1200" dirty="0"/>
        </a:p>
      </dsp:txBody>
      <dsp:txXfrm>
        <a:off x="0" y="3263503"/>
        <a:ext cx="10515600" cy="543917"/>
      </dsp:txXfrm>
    </dsp:sp>
    <dsp:sp modelId="{FD0BF57D-5766-474E-9165-6FC2C129B5C1}">
      <dsp:nvSpPr>
        <dsp:cNvPr id="0" name=""/>
        <dsp:cNvSpPr/>
      </dsp:nvSpPr>
      <dsp:spPr>
        <a:xfrm>
          <a:off x="0" y="3807420"/>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F4D7E-C633-3A4D-9EEB-5BD30E1EA85E}">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3807420"/>
        <a:ext cx="10515600" cy="5439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FA9CF-1A0D-8D41-8DBB-1D56B4E7C49B}">
      <dsp:nvSpPr>
        <dsp:cNvPr id="0" name=""/>
        <dsp:cNvSpPr/>
      </dsp:nvSpPr>
      <dsp:spPr>
        <a:xfrm>
          <a:off x="0" y="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66B8F-7301-FA40-8ECB-DBDBCF7386C9}">
      <dsp:nvSpPr>
        <dsp:cNvPr id="0" name=""/>
        <dsp:cNvSpPr/>
      </dsp:nvSpPr>
      <dsp:spPr>
        <a:xfrm>
          <a:off x="0" y="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File format: </a:t>
          </a:r>
          <a:r>
            <a:rPr lang="en-US" sz="2400" b="1" i="0" kern="1200" baseline="0">
              <a:latin typeface="Calibri" panose="020F0502020204030204" pitchFamily="34" charset="0"/>
              <a:cs typeface="Calibri" panose="020F0502020204030204" pitchFamily="34" charset="0"/>
            </a:rPr>
            <a:t>CSV (.csv)</a:t>
          </a:r>
          <a:endParaRPr lang="en-US" sz="2400" kern="1200">
            <a:latin typeface="Calibri" panose="020F0502020204030204" pitchFamily="34" charset="0"/>
            <a:cs typeface="Calibri" panose="020F0502020204030204" pitchFamily="34" charset="0"/>
          </a:endParaRPr>
        </a:p>
      </dsp:txBody>
      <dsp:txXfrm>
        <a:off x="0" y="0"/>
        <a:ext cx="10400732" cy="533302"/>
      </dsp:txXfrm>
    </dsp:sp>
    <dsp:sp modelId="{6DB7B6CA-AAFF-6F44-AD17-1FD484EC2412}">
      <dsp:nvSpPr>
        <dsp:cNvPr id="0" name=""/>
        <dsp:cNvSpPr/>
      </dsp:nvSpPr>
      <dsp:spPr>
        <a:xfrm>
          <a:off x="0" y="533302"/>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59B70A-010A-614F-B603-22212AF3C589}">
      <dsp:nvSpPr>
        <dsp:cNvPr id="0" name=""/>
        <dsp:cNvSpPr/>
      </dsp:nvSpPr>
      <dsp:spPr>
        <a:xfrm>
          <a:off x="0" y="53330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dirty="0">
              <a:latin typeface="Calibri" panose="020F0502020204030204" pitchFamily="34" charset="0"/>
              <a:cs typeface="Calibri" panose="020F0502020204030204" pitchFamily="34" charset="0"/>
            </a:rPr>
            <a:t>Rows represent county-level observations</a:t>
          </a:r>
          <a:endParaRPr lang="en-US" sz="2400" kern="1200" dirty="0">
            <a:latin typeface="Calibri" panose="020F0502020204030204" pitchFamily="34" charset="0"/>
            <a:cs typeface="Calibri" panose="020F0502020204030204" pitchFamily="34" charset="0"/>
          </a:endParaRPr>
        </a:p>
      </dsp:txBody>
      <dsp:txXfrm>
        <a:off x="0" y="533302"/>
        <a:ext cx="10400732" cy="533302"/>
      </dsp:txXfrm>
    </dsp:sp>
    <dsp:sp modelId="{73BB3308-1172-BD4C-880A-8FD0B45CE7E0}">
      <dsp:nvSpPr>
        <dsp:cNvPr id="0" name=""/>
        <dsp:cNvSpPr/>
      </dsp:nvSpPr>
      <dsp:spPr>
        <a:xfrm>
          <a:off x="0" y="1066604"/>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ED81B-A6EA-8147-9EB9-BBD7AB9FBF61}">
      <dsp:nvSpPr>
        <dsp:cNvPr id="0" name=""/>
        <dsp:cNvSpPr/>
      </dsp:nvSpPr>
      <dsp:spPr>
        <a:xfrm>
          <a:off x="0" y="106660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Columns represent lung cancer outcomes, geographic identifiers, and risk factors</a:t>
          </a:r>
          <a:endParaRPr lang="en-US" sz="2400" kern="1200">
            <a:latin typeface="Calibri" panose="020F0502020204030204" pitchFamily="34" charset="0"/>
            <a:cs typeface="Calibri" panose="020F0502020204030204" pitchFamily="34" charset="0"/>
          </a:endParaRPr>
        </a:p>
      </dsp:txBody>
      <dsp:txXfrm>
        <a:off x="0" y="1066604"/>
        <a:ext cx="10400732" cy="533302"/>
      </dsp:txXfrm>
    </dsp:sp>
    <dsp:sp modelId="{11B27915-1BCC-AD41-ABF6-B7030C4543E6}">
      <dsp:nvSpPr>
        <dsp:cNvPr id="0" name=""/>
        <dsp:cNvSpPr/>
      </dsp:nvSpPr>
      <dsp:spPr>
        <a:xfrm>
          <a:off x="0" y="1599905"/>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37005-DC3C-E34A-BCD7-6AED54ACA1D3}">
      <dsp:nvSpPr>
        <dsp:cNvPr id="0" name=""/>
        <dsp:cNvSpPr/>
      </dsp:nvSpPr>
      <dsp:spPr>
        <a:xfrm>
          <a:off x="0" y="1599906"/>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latin typeface="Calibri" panose="020F0502020204030204" pitchFamily="34" charset="0"/>
              <a:cs typeface="Calibri" panose="020F0502020204030204" pitchFamily="34" charset="0"/>
            </a:rPr>
            <a:t>Data can be analyzed using:</a:t>
          </a:r>
          <a:endParaRPr lang="en-US" sz="2400" b="1" kern="1200" dirty="0">
            <a:latin typeface="Calibri" panose="020F0502020204030204" pitchFamily="34" charset="0"/>
            <a:cs typeface="Calibri" panose="020F0502020204030204" pitchFamily="34" charset="0"/>
          </a:endParaRPr>
        </a:p>
      </dsp:txBody>
      <dsp:txXfrm>
        <a:off x="0" y="1599906"/>
        <a:ext cx="10400732" cy="533302"/>
      </dsp:txXfrm>
    </dsp:sp>
    <dsp:sp modelId="{D0B9E4F7-E42D-054A-98DF-BC67C8891329}">
      <dsp:nvSpPr>
        <dsp:cNvPr id="0" name=""/>
        <dsp:cNvSpPr/>
      </dsp:nvSpPr>
      <dsp:spPr>
        <a:xfrm>
          <a:off x="0" y="2133208"/>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56548C-B53F-9248-9716-84DE75334F78}">
      <dsp:nvSpPr>
        <dsp:cNvPr id="0" name=""/>
        <dsp:cNvSpPr/>
      </dsp:nvSpPr>
      <dsp:spPr>
        <a:xfrm>
          <a:off x="0" y="2133208"/>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Python (Pandas)</a:t>
          </a:r>
          <a:endParaRPr lang="en-US" sz="2400" kern="1200">
            <a:latin typeface="Calibri" panose="020F0502020204030204" pitchFamily="34" charset="0"/>
            <a:cs typeface="Calibri" panose="020F0502020204030204" pitchFamily="34" charset="0"/>
          </a:endParaRPr>
        </a:p>
      </dsp:txBody>
      <dsp:txXfrm>
        <a:off x="0" y="2133208"/>
        <a:ext cx="10400732" cy="533302"/>
      </dsp:txXfrm>
    </dsp:sp>
    <dsp:sp modelId="{0E9034EA-413A-2545-8CD4-880C10378531}">
      <dsp:nvSpPr>
        <dsp:cNvPr id="0" name=""/>
        <dsp:cNvSpPr/>
      </dsp:nvSpPr>
      <dsp:spPr>
        <a:xfrm>
          <a:off x="0" y="2666510"/>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E888FC-9334-5C42-9909-EC845AF05428}">
      <dsp:nvSpPr>
        <dsp:cNvPr id="0" name=""/>
        <dsp:cNvSpPr/>
      </dsp:nvSpPr>
      <dsp:spPr>
        <a:xfrm>
          <a:off x="0" y="2666510"/>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R</a:t>
          </a:r>
          <a:endParaRPr lang="en-US" sz="2400" kern="1200">
            <a:latin typeface="Calibri" panose="020F0502020204030204" pitchFamily="34" charset="0"/>
            <a:cs typeface="Calibri" panose="020F0502020204030204" pitchFamily="34" charset="0"/>
          </a:endParaRPr>
        </a:p>
      </dsp:txBody>
      <dsp:txXfrm>
        <a:off x="0" y="2666510"/>
        <a:ext cx="10400732" cy="533302"/>
      </dsp:txXfrm>
    </dsp:sp>
    <dsp:sp modelId="{9F0EBD68-CF3D-7D49-BC8C-77610199B925}">
      <dsp:nvSpPr>
        <dsp:cNvPr id="0" name=""/>
        <dsp:cNvSpPr/>
      </dsp:nvSpPr>
      <dsp:spPr>
        <a:xfrm>
          <a:off x="0" y="3199811"/>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27E3A7-A0A5-B546-BE29-99C81B935EE1}">
      <dsp:nvSpPr>
        <dsp:cNvPr id="0" name=""/>
        <dsp:cNvSpPr/>
      </dsp:nvSpPr>
      <dsp:spPr>
        <a:xfrm>
          <a:off x="0" y="3199812"/>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Excel</a:t>
          </a:r>
          <a:endParaRPr lang="en-US" sz="2400" kern="1200">
            <a:latin typeface="Calibri" panose="020F0502020204030204" pitchFamily="34" charset="0"/>
            <a:cs typeface="Calibri" panose="020F0502020204030204" pitchFamily="34" charset="0"/>
          </a:endParaRPr>
        </a:p>
      </dsp:txBody>
      <dsp:txXfrm>
        <a:off x="0" y="3199812"/>
        <a:ext cx="10400732" cy="533302"/>
      </dsp:txXfrm>
    </dsp:sp>
    <dsp:sp modelId="{44ABA935-A1AD-FA48-B2BB-1F9F6C4F76C3}">
      <dsp:nvSpPr>
        <dsp:cNvPr id="0" name=""/>
        <dsp:cNvSpPr/>
      </dsp:nvSpPr>
      <dsp:spPr>
        <a:xfrm>
          <a:off x="0" y="3733113"/>
          <a:ext cx="1040073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A964B-86FA-F94B-9E5C-469F908A7BB9}">
      <dsp:nvSpPr>
        <dsp:cNvPr id="0" name=""/>
        <dsp:cNvSpPr/>
      </dsp:nvSpPr>
      <dsp:spPr>
        <a:xfrm>
          <a:off x="0" y="3733114"/>
          <a:ext cx="10400732" cy="53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latin typeface="Calibri" panose="020F0502020204030204" pitchFamily="34" charset="0"/>
              <a:cs typeface="Calibri" panose="020F0502020204030204" pitchFamily="34" charset="0"/>
            </a:rPr>
            <a:t>Statistical and machine learning tools</a:t>
          </a:r>
          <a:endParaRPr lang="en-US" sz="2400" kern="1200">
            <a:latin typeface="Calibri" panose="020F0502020204030204" pitchFamily="34" charset="0"/>
            <a:cs typeface="Calibri" panose="020F0502020204030204" pitchFamily="34" charset="0"/>
          </a:endParaRPr>
        </a:p>
      </dsp:txBody>
      <dsp:txXfrm>
        <a:off x="0" y="3733114"/>
        <a:ext cx="10400732" cy="5333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50E59-1C6B-4E7B-96F4-4E2EE085D1DC}">
      <dsp:nvSpPr>
        <dsp:cNvPr id="0" name=""/>
        <dsp:cNvSpPr/>
      </dsp:nvSpPr>
      <dsp:spPr>
        <a:xfrm>
          <a:off x="1062089" y="157762"/>
          <a:ext cx="1401150" cy="132206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DC1AF-0C7B-4042-9190-0AA334D6EB5C}">
      <dsp:nvSpPr>
        <dsp:cNvPr id="0" name=""/>
        <dsp:cNvSpPr/>
      </dsp:nvSpPr>
      <dsp:spPr>
        <a:xfrm>
          <a:off x="1211414" y="267544"/>
          <a:ext cx="1102499" cy="1102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CF8847-D5BB-4FB9-8167-28C64E9AD401}">
      <dsp:nvSpPr>
        <dsp:cNvPr id="0" name=""/>
        <dsp:cNvSpPr/>
      </dsp:nvSpPr>
      <dsp:spPr>
        <a:xfrm>
          <a:off x="116742" y="2021791"/>
          <a:ext cx="3291844" cy="1509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Linear regression was executed using both </a:t>
          </a:r>
          <a:r>
            <a:rPr lang="en-US" sz="1800" b="0" i="0" kern="1200" baseline="0" dirty="0" err="1"/>
            <a:t>read.csv</a:t>
          </a:r>
          <a:r>
            <a:rPr lang="en-US" sz="1800" b="0" i="0" kern="1200" baseline="0" dirty="0"/>
            <a:t>() and </a:t>
          </a:r>
          <a:r>
            <a:rPr lang="en-US" sz="1800" b="0" i="0" kern="1200" baseline="0" dirty="0" err="1"/>
            <a:t>fread</a:t>
          </a:r>
          <a:r>
            <a:rPr lang="en-US" sz="1800" b="0" i="0" kern="1200" baseline="0" dirty="0"/>
            <a:t>() for data loading.</a:t>
          </a:r>
          <a:endParaRPr lang="en-US" sz="1800" kern="1200" dirty="0"/>
        </a:p>
      </dsp:txBody>
      <dsp:txXfrm>
        <a:off x="116742" y="2021791"/>
        <a:ext cx="3291844" cy="1509851"/>
      </dsp:txXfrm>
    </dsp:sp>
    <dsp:sp modelId="{5C9FE4A7-3E6E-4F41-897A-CF26F7FED429}">
      <dsp:nvSpPr>
        <dsp:cNvPr id="0" name=""/>
        <dsp:cNvSpPr/>
      </dsp:nvSpPr>
      <dsp:spPr>
        <a:xfrm>
          <a:off x="4834382" y="157845"/>
          <a:ext cx="1400908" cy="1378926"/>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C980E8-CD8A-4411-A7DB-EE47069E4FB9}">
      <dsp:nvSpPr>
        <dsp:cNvPr id="0" name=""/>
        <dsp:cNvSpPr/>
      </dsp:nvSpPr>
      <dsp:spPr>
        <a:xfrm>
          <a:off x="4983586" y="296059"/>
          <a:ext cx="1102499" cy="1102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C0BDBB-C39B-4A3C-901C-21DD097C43A3}">
      <dsp:nvSpPr>
        <dsp:cNvPr id="0" name=""/>
        <dsp:cNvSpPr/>
      </dsp:nvSpPr>
      <dsp:spPr>
        <a:xfrm>
          <a:off x="3876960" y="2070712"/>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The </a:t>
          </a:r>
          <a:r>
            <a:rPr lang="en-US" sz="1800" b="0" i="0" kern="1200" baseline="0" dirty="0" err="1"/>
            <a:t>fread</a:t>
          </a:r>
          <a:r>
            <a:rPr lang="en-US" sz="1800" b="0" i="0" kern="1200" baseline="0" dirty="0"/>
            <a:t>() method demonstrated lower runtime compared to </a:t>
          </a:r>
          <a:r>
            <a:rPr lang="en-US" sz="1800" b="0" i="0" kern="1200" baseline="0" dirty="0" err="1"/>
            <a:t>read.csv</a:t>
          </a:r>
          <a:r>
            <a:rPr lang="en-US" sz="1800" b="0" i="0" kern="1200" baseline="0" dirty="0"/>
            <a:t>().</a:t>
          </a:r>
          <a:endParaRPr lang="en-US" sz="1800" kern="1200" dirty="0"/>
        </a:p>
      </dsp:txBody>
      <dsp:txXfrm>
        <a:off x="3876960" y="2070712"/>
        <a:ext cx="3150000" cy="1125000"/>
      </dsp:txXfrm>
    </dsp:sp>
    <dsp:sp modelId="{C7054B9E-28C2-414A-8000-2E0B37402DC7}">
      <dsp:nvSpPr>
        <dsp:cNvPr id="0" name=""/>
        <dsp:cNvSpPr/>
      </dsp:nvSpPr>
      <dsp:spPr>
        <a:xfrm>
          <a:off x="8505465" y="155328"/>
          <a:ext cx="1461243" cy="138899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982266-DE71-49DC-9CCC-8EFAE338CE56}">
      <dsp:nvSpPr>
        <dsp:cNvPr id="0" name=""/>
        <dsp:cNvSpPr/>
      </dsp:nvSpPr>
      <dsp:spPr>
        <a:xfrm>
          <a:off x="8684836" y="298576"/>
          <a:ext cx="1102499" cy="1102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05A5F4-94E4-45D8-9192-00BE265AD625}">
      <dsp:nvSpPr>
        <dsp:cNvPr id="0" name=""/>
        <dsp:cNvSpPr/>
      </dsp:nvSpPr>
      <dsp:spPr>
        <a:xfrm>
          <a:off x="7624011" y="2070709"/>
          <a:ext cx="315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i="0" kern="1200" baseline="0" dirty="0"/>
            <a:t>Faster data ingestion contributed to improved overall model execution time.</a:t>
          </a:r>
          <a:endParaRPr lang="en-US" sz="1800" kern="1200" dirty="0"/>
        </a:p>
      </dsp:txBody>
      <dsp:txXfrm>
        <a:off x="7624011" y="2070709"/>
        <a:ext cx="3150000" cy="1125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A291D-B8A0-5843-B953-AEA052552DEF}">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4278E1-4BDF-764A-9F6B-60CAB3EBCC25}">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The fread() method outperformed read.csv() in terms of data-loading speed and overall runtime efficiency.</a:t>
          </a:r>
          <a:endParaRPr lang="en-US" sz="2600" kern="1200"/>
        </a:p>
      </dsp:txBody>
      <dsp:txXfrm>
        <a:off x="608661" y="692298"/>
        <a:ext cx="4508047" cy="2799040"/>
      </dsp:txXfrm>
    </dsp:sp>
    <dsp:sp modelId="{BB229410-E85C-3949-9D64-178D8EBB4F78}">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DE62FD-35A7-D64A-93CE-396F21182147}">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When combined with profiling techniques, fread() proved to be more suitable for large public health datasets and high-performance computing workflows.</a:t>
          </a:r>
          <a:endParaRPr lang="en-US" sz="26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4B94-9373-26F2-348A-04115A5D59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D36FA3D-CEA4-D5CE-AB2D-A92D2E284C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65E5A72-BD10-29AB-BBF0-5D711565A62A}"/>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94B13477-9743-E0B1-26E7-532629135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398427-A6E5-A2EB-990F-9D0E279F757D}"/>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9686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F1C6-1992-F29A-6E1E-DCE1B68B97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2F860A-E61A-842B-A8F2-04C026DDE88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3444FA-C484-D760-79C4-C5F64F992FD1}"/>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D8BDBF41-6021-BAD9-4CD2-C48438E62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0558C-D714-0527-7EF0-A48ECFB1849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5094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AB82-F48C-2A10-A8B3-8EE4E313BAC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B972065-0A01-BA84-40CA-E0AC42029A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B74DD6A-4CF3-9F5B-87EF-30730CF4EF74}"/>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538E8543-4684-B00F-2132-6DF0387F3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0E5B2B-A44C-D95A-E3F8-99521D67C45C}"/>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4355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77BD-EC35-A3C2-1FF4-3514B93F99F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79CC84-D155-F946-C61B-F5E07A8AD1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7014F8-3339-B5C3-93A6-1E0F1A1E57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ECF98B6-9547-763F-9420-A6467B9C618D}"/>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6" name="Footer Placeholder 5">
            <a:extLst>
              <a:ext uri="{FF2B5EF4-FFF2-40B4-BE49-F238E27FC236}">
                <a16:creationId xmlns:a16="http://schemas.microsoft.com/office/drawing/2014/main" id="{5932E4E1-F225-8136-3A8C-2E2DB54079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46117-0BDC-ABAF-C9C5-7D09BA2EC4F5}"/>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36446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7388-17A0-2463-DA62-D4CFA5A9FA0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025FE38-590C-25F7-BBB6-87DA4B7C01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DB947E-AF77-94F3-31AC-90FC599D6F8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46F3E61-5351-F28A-074F-889F62DC9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01A7F7-C7BE-9C0F-AB1F-A76565813D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3E69674-674D-441E-7444-979444D09E8C}"/>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8" name="Footer Placeholder 7">
            <a:extLst>
              <a:ext uri="{FF2B5EF4-FFF2-40B4-BE49-F238E27FC236}">
                <a16:creationId xmlns:a16="http://schemas.microsoft.com/office/drawing/2014/main" id="{69B13874-399D-6C3E-FECE-063ACFC609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D84FE8-FF84-1979-2FC0-AD0FD2BC6001}"/>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49088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FAC8-16AC-3581-5417-42E21E42EC2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40E6E5D-D679-98B7-8011-1DCF58CC40FE}"/>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4" name="Footer Placeholder 3">
            <a:extLst>
              <a:ext uri="{FF2B5EF4-FFF2-40B4-BE49-F238E27FC236}">
                <a16:creationId xmlns:a16="http://schemas.microsoft.com/office/drawing/2014/main" id="{2EE7C360-900D-D784-96BF-E979E2A53A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F13E62-6538-09AD-0D24-A2BAD04532F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723247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2B40AD-448D-36ED-AE92-7ED2FA69483A}"/>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3" name="Footer Placeholder 2">
            <a:extLst>
              <a:ext uri="{FF2B5EF4-FFF2-40B4-BE49-F238E27FC236}">
                <a16:creationId xmlns:a16="http://schemas.microsoft.com/office/drawing/2014/main" id="{36660D5C-99C6-9E17-E282-7D6FA833AD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F015E3-69CD-9A8D-05DD-AC2312B765F6}"/>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384920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2410-BD20-5F40-4A89-8A548ADAC9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CEAC54-90CD-FCEE-36CF-39639F7D6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7D3609-2C9A-5E8F-F533-C27135E7F5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1EDFFE-24D2-3449-1122-B84CB42502F6}"/>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6" name="Footer Placeholder 5">
            <a:extLst>
              <a:ext uri="{FF2B5EF4-FFF2-40B4-BE49-F238E27FC236}">
                <a16:creationId xmlns:a16="http://schemas.microsoft.com/office/drawing/2014/main" id="{992EB4F7-1560-1512-9936-AD4E37DEB5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63BCF0-A9E6-9661-6C72-7C6F61F88D73}"/>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92509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44F1-7302-F1FF-D196-3002AF96EF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D40DC2-AEF0-DBD0-D274-EF5D4B7863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2B0F4-770B-BFE6-749E-A19018A12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A9DB09-22D4-E2ED-934F-D0C3657C766F}"/>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6" name="Footer Placeholder 5">
            <a:extLst>
              <a:ext uri="{FF2B5EF4-FFF2-40B4-BE49-F238E27FC236}">
                <a16:creationId xmlns:a16="http://schemas.microsoft.com/office/drawing/2014/main" id="{3DCD3710-BD73-D084-D133-F01611F2E6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8C840-4776-435E-FD63-F2C586FADA09}"/>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21848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6082E-D139-54A7-9C54-A09A4F5CA98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C4BD1A-36FE-3389-3048-230A9B4869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311942-8E1B-B55A-5DCC-FB212300CCE8}"/>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C612EE31-73EF-AB97-5330-283710980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539FE-8DEA-AC62-A601-4DC323940012}"/>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1788951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631E8E-8EE2-1D1B-B94F-587A7C3E9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A05A76D-05A8-917B-095A-F3D9A2F095E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8C61FC-20E1-E441-408F-5D04E7B85D7D}"/>
              </a:ext>
            </a:extLst>
          </p:cNvPr>
          <p:cNvSpPr>
            <a:spLocks noGrp="1"/>
          </p:cNvSpPr>
          <p:nvPr>
            <p:ph type="dt" sz="half" idx="10"/>
          </p:nvPr>
        </p:nvSpPr>
        <p:spPr/>
        <p:txBody>
          <a:body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4DEC1783-FBB7-4196-6864-6979BAF1F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46E02-C8EB-1E74-16D0-7A3DAA56EC18}"/>
              </a:ext>
            </a:extLst>
          </p:cNvPr>
          <p:cNvSpPr>
            <a:spLocks noGrp="1"/>
          </p:cNvSpPr>
          <p:nvPr>
            <p:ph type="sldNum" sz="quarter" idx="12"/>
          </p:nvPr>
        </p:nvSpPr>
        <p:spPr/>
        <p:txBody>
          <a:bodyPr/>
          <a:lstStyle/>
          <a:p>
            <a:fld id="{6CAF3346-DEE8-4B60-92CE-56728A0E8B69}" type="slidenum">
              <a:rPr lang="en-US" smtClean="0"/>
              <a:t>‹#›</a:t>
            </a:fld>
            <a:endParaRPr lang="en-US"/>
          </a:p>
        </p:txBody>
      </p:sp>
    </p:spTree>
    <p:extLst>
      <p:ext uri="{BB962C8B-B14F-4D97-AF65-F5344CB8AC3E}">
        <p14:creationId xmlns:p14="http://schemas.microsoft.com/office/powerpoint/2010/main" val="90916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C56B73-8DD9-6917-661C-6187153C90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F5669DB-9DE8-23FC-57C7-E39A20CA0F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951EC0-79B9-DE57-CC48-B1E0A93560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5ED79-2043-4011-8465-230682C6BEB8}" type="datetimeFigureOut">
              <a:rPr lang="en-US" smtClean="0"/>
              <a:t>2/9/26</a:t>
            </a:fld>
            <a:endParaRPr lang="en-US"/>
          </a:p>
        </p:txBody>
      </p:sp>
      <p:sp>
        <p:nvSpPr>
          <p:cNvPr id="5" name="Footer Placeholder 4">
            <a:extLst>
              <a:ext uri="{FF2B5EF4-FFF2-40B4-BE49-F238E27FC236}">
                <a16:creationId xmlns:a16="http://schemas.microsoft.com/office/drawing/2014/main" id="{638EE6D8-F385-6C1B-1188-01EF9DC031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9BE83-C6E7-DD53-0D08-E2AF88EAB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AF3346-DEE8-4B60-92CE-56728A0E8B69}" type="slidenum">
              <a:rPr lang="en-US" smtClean="0"/>
              <a:t>‹#›</a:t>
            </a:fld>
            <a:endParaRPr lang="en-US"/>
          </a:p>
        </p:txBody>
      </p:sp>
    </p:spTree>
    <p:extLst>
      <p:ext uri="{BB962C8B-B14F-4D97-AF65-F5344CB8AC3E}">
        <p14:creationId xmlns:p14="http://schemas.microsoft.com/office/powerpoint/2010/main" val="15341970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ayoclinic.org/diseases-conditions/lung-cancer/symptoms-causes/syc-20374620"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awpixel.com/search/pulmonary"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3" Type="http://schemas.openxmlformats.org/officeDocument/2006/relationships/hyperlink" Target="https://statecancerprofiles.cancer.gov/deathrates/" TargetMode="External"/><Relationship Id="rId2" Type="http://schemas.openxmlformats.org/officeDocument/2006/relationships/hyperlink" Target="https://statecancerprofiles.cancer.gov/incidencerates/" TargetMode="External"/><Relationship Id="rId1" Type="http://schemas.openxmlformats.org/officeDocument/2006/relationships/slideLayout" Target="../slideLayouts/slideLayout2.xml"/><Relationship Id="rId4" Type="http://schemas.openxmlformats.org/officeDocument/2006/relationships/hyperlink" Target="https://statecancerprofiles.cancer.gov/ri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A close-up of a lung cancer&#10;&#10;AI-generated content may be incorrect.">
            <a:extLst>
              <a:ext uri="{FF2B5EF4-FFF2-40B4-BE49-F238E27FC236}">
                <a16:creationId xmlns:a16="http://schemas.microsoft.com/office/drawing/2014/main" id="{75E26794-399C-ABEA-E0FD-DA2D1C6719E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301" r="1" b="1"/>
          <a:stretch>
            <a:fillRect/>
          </a:stretch>
        </p:blipFill>
        <p:spPr>
          <a:xfrm>
            <a:off x="2431566" y="10"/>
            <a:ext cx="9669642" cy="6857990"/>
          </a:xfrm>
          <a:prstGeom prst="rect">
            <a:avLst/>
          </a:prstGeom>
        </p:spPr>
      </p:pic>
      <p:sp>
        <p:nvSpPr>
          <p:cNvPr id="63" name="Rectangle 6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C3D19E-ECC2-E306-3153-9DC8E7942294}"/>
              </a:ext>
            </a:extLst>
          </p:cNvPr>
          <p:cNvSpPr>
            <a:spLocks noGrp="1"/>
          </p:cNvSpPr>
          <p:nvPr>
            <p:ph type="ctrTitle"/>
          </p:nvPr>
        </p:nvSpPr>
        <p:spPr>
          <a:xfrm>
            <a:off x="-163693" y="672010"/>
            <a:ext cx="5629275" cy="4385766"/>
          </a:xfrm>
          <a:noFill/>
        </p:spPr>
        <p:txBody>
          <a:bodyPr>
            <a:normAutofit/>
          </a:bodyPr>
          <a:lstStyle/>
          <a:p>
            <a:r>
              <a:rPr lang="en-IN" sz="3600" b="1" i="1" dirty="0">
                <a:latin typeface="Times New Roman" panose="02020603050405020304" pitchFamily="18" charset="0"/>
                <a:cs typeface="Times New Roman" panose="02020603050405020304" pitchFamily="18" charset="0"/>
              </a:rPr>
              <a:t>Analysis of Lung Cancer Incidence, Mortality and Risk Factors in the </a:t>
            </a:r>
            <a:br>
              <a:rPr lang="en-IN" sz="3600" b="1" i="1" dirty="0">
                <a:latin typeface="Times New Roman" panose="02020603050405020304" pitchFamily="18" charset="0"/>
                <a:cs typeface="Times New Roman" panose="02020603050405020304" pitchFamily="18" charset="0"/>
              </a:rPr>
            </a:br>
            <a:r>
              <a:rPr lang="en-IN" sz="3600" b="1" i="1" dirty="0">
                <a:latin typeface="Times New Roman" panose="02020603050405020304" pitchFamily="18" charset="0"/>
                <a:cs typeface="Times New Roman" panose="02020603050405020304" pitchFamily="18" charset="0"/>
              </a:rPr>
              <a:t>United States</a:t>
            </a:r>
            <a:br>
              <a:rPr lang="en-IN" sz="3600" dirty="0"/>
            </a:br>
            <a:br>
              <a:rPr lang="en-US" sz="3600" dirty="0"/>
            </a:br>
            <a:endParaRPr lang="en-US" sz="3600" dirty="0"/>
          </a:p>
        </p:txBody>
      </p:sp>
      <p:sp>
        <p:nvSpPr>
          <p:cNvPr id="3" name="Subtitle 2">
            <a:extLst>
              <a:ext uri="{FF2B5EF4-FFF2-40B4-BE49-F238E27FC236}">
                <a16:creationId xmlns:a16="http://schemas.microsoft.com/office/drawing/2014/main" id="{80C13F11-C3AE-72DB-2349-0F114F8A8228}"/>
              </a:ext>
            </a:extLst>
          </p:cNvPr>
          <p:cNvSpPr>
            <a:spLocks noGrp="1"/>
          </p:cNvSpPr>
          <p:nvPr>
            <p:ph type="subTitle" idx="1"/>
          </p:nvPr>
        </p:nvSpPr>
        <p:spPr>
          <a:xfrm>
            <a:off x="444872" y="4529137"/>
            <a:ext cx="3973386" cy="1656853"/>
          </a:xfrm>
          <a:noFill/>
        </p:spPr>
        <p:txBody>
          <a:bodyPr>
            <a:normAutofit/>
          </a:bodyPr>
          <a:lstStyle/>
          <a:p>
            <a:pPr algn="l"/>
            <a:endParaRPr lang="en-US" dirty="0"/>
          </a:p>
          <a:p>
            <a:r>
              <a:rPr lang="en-US" sz="3200" b="1" i="1" dirty="0">
                <a:latin typeface="Times New Roman" panose="02020603050405020304" pitchFamily="18" charset="0"/>
                <a:cs typeface="Times New Roman" panose="02020603050405020304" pitchFamily="18" charset="0"/>
              </a:rPr>
              <a:t>Group 3</a:t>
            </a:r>
          </a:p>
        </p:txBody>
      </p:sp>
    </p:spTree>
    <p:extLst>
      <p:ext uri="{BB962C8B-B14F-4D97-AF65-F5344CB8AC3E}">
        <p14:creationId xmlns:p14="http://schemas.microsoft.com/office/powerpoint/2010/main" val="413599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7FCD-91F7-DD59-E461-C3B323A65816}"/>
              </a:ext>
            </a:extLst>
          </p:cNvPr>
          <p:cNvSpPr>
            <a:spLocks noGrp="1"/>
          </p:cNvSpPr>
          <p:nvPr>
            <p:ph type="title"/>
          </p:nvPr>
        </p:nvSpPr>
        <p:spPr>
          <a:xfrm>
            <a:off x="180976" y="1057275"/>
            <a:ext cx="8191499" cy="1535113"/>
          </a:xfrm>
        </p:spPr>
        <p:txBody>
          <a:bodyPr>
            <a:noAutofit/>
          </a:bodyPr>
          <a:lstStyle/>
          <a:p>
            <a:pPr algn="ctr"/>
            <a:r>
              <a:rPr lang="en-IN" sz="2400" b="1" dirty="0">
                <a:latin typeface="Times New Roman" panose="02020603050405020304" pitchFamily="18" charset="0"/>
                <a:cs typeface="Times New Roman" panose="02020603050405020304" pitchFamily="18" charset="0"/>
              </a:rPr>
              <a:t>HDS 5230-05</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High Performance Computing and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Health Artificial Intelligence</a:t>
            </a:r>
            <a:br>
              <a:rPr lang="en-I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Instructor : Prof . Bahareh Rahmani</a:t>
            </a:r>
            <a:br>
              <a:rPr lang="en-US"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Group : 03</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F0681C-1D6A-6FCF-BED6-7E5EC917C8F9}"/>
              </a:ext>
            </a:extLst>
          </p:cNvPr>
          <p:cNvSpPr>
            <a:spLocks noGrp="1"/>
          </p:cNvSpPr>
          <p:nvPr>
            <p:ph idx="1"/>
          </p:nvPr>
        </p:nvSpPr>
        <p:spPr>
          <a:xfrm>
            <a:off x="509452" y="2961946"/>
            <a:ext cx="5719763" cy="389605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Group Members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Dr. Pala Jijol Onesimos – Resident Doctor (MD.FCCM.)</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Shreya Shrestha – Public Health Practitioner </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Dhwani Mehta – Biotechnologist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Sahil Patel - Chemist</a:t>
            </a:r>
          </a:p>
          <a:p>
            <a:pPr>
              <a:spcBef>
                <a:spcPts val="600"/>
              </a:spcBef>
              <a:spcAft>
                <a:spcPts val="200"/>
              </a:spcAft>
            </a:pPr>
            <a:r>
              <a:rPr lang="en-US" sz="2400" dirty="0">
                <a:latin typeface="Times New Roman" panose="02020603050405020304" pitchFamily="18" charset="0"/>
                <a:cs typeface="Times New Roman" panose="02020603050405020304" pitchFamily="18" charset="0"/>
              </a:rPr>
              <a:t>Sohil Chaudhary - Registered Nurse</a:t>
            </a:r>
          </a:p>
        </p:txBody>
      </p:sp>
      <p:pic>
        <p:nvPicPr>
          <p:cNvPr id="9" name="Picture 8" descr="A transparent lungs with a metal post&#10;&#10;AI-generated content may be incorrect.">
            <a:extLst>
              <a:ext uri="{FF2B5EF4-FFF2-40B4-BE49-F238E27FC236}">
                <a16:creationId xmlns:a16="http://schemas.microsoft.com/office/drawing/2014/main" id="{B504F19B-984E-883B-B653-3B1C0B55236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236" r="981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26724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A193DB8A-B389-A558-935B-88063C6DD8B4}"/>
              </a:ext>
            </a:extLst>
          </p:cNvPr>
          <p:cNvSpPr>
            <a:spLocks noGrp="1"/>
          </p:cNvSpPr>
          <p:nvPr>
            <p:ph type="title"/>
          </p:nvPr>
        </p:nvSpPr>
        <p:spPr>
          <a:xfrm>
            <a:off x="838200" y="643467"/>
            <a:ext cx="2951205" cy="5571066"/>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Table of Contents</a:t>
            </a:r>
          </a:p>
        </p:txBody>
      </p:sp>
      <p:graphicFrame>
        <p:nvGraphicFramePr>
          <p:cNvPr id="25" name="Rectangle 2">
            <a:extLst>
              <a:ext uri="{FF2B5EF4-FFF2-40B4-BE49-F238E27FC236}">
                <a16:creationId xmlns:a16="http://schemas.microsoft.com/office/drawing/2014/main" id="{656DB19A-1237-EE31-4ADA-7AB75157AE63}"/>
              </a:ext>
            </a:extLst>
          </p:cNvPr>
          <p:cNvGraphicFramePr>
            <a:graphicFrameLocks noGrp="1"/>
          </p:cNvGraphicFramePr>
          <p:nvPr>
            <p:ph idx="1"/>
            <p:extLst>
              <p:ext uri="{D42A27DB-BD31-4B8C-83A1-F6EECF244321}">
                <p14:modId xmlns:p14="http://schemas.microsoft.com/office/powerpoint/2010/main" val="1900142752"/>
              </p:ext>
            </p:extLst>
          </p:nvPr>
        </p:nvGraphicFramePr>
        <p:xfrm>
          <a:off x="5207640" y="643465"/>
          <a:ext cx="6291714" cy="5571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104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0BD7E5D7-4867-CB78-1FAF-95D09677D0BC}"/>
              </a:ext>
            </a:extLst>
          </p:cNvPr>
          <p:cNvSpPr>
            <a:spLocks noGrp="1"/>
          </p:cNvSpPr>
          <p:nvPr>
            <p:ph type="title"/>
          </p:nvPr>
        </p:nvSpPr>
        <p:spPr>
          <a:xfrm>
            <a:off x="838200" y="643467"/>
            <a:ext cx="2951205" cy="5571066"/>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Project Definition</a:t>
            </a:r>
            <a:endParaRPr lang="en-US" dirty="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D527D0A3-4A9B-0DB7-F22D-22833BE176A6}"/>
              </a:ext>
            </a:extLst>
          </p:cNvPr>
          <p:cNvGraphicFramePr>
            <a:graphicFrameLocks noGrp="1"/>
          </p:cNvGraphicFramePr>
          <p:nvPr>
            <p:ph idx="1"/>
            <p:extLst>
              <p:ext uri="{D42A27DB-BD31-4B8C-83A1-F6EECF244321}">
                <p14:modId xmlns:p14="http://schemas.microsoft.com/office/powerpoint/2010/main" val="582172481"/>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8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 name="Rectangle 62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ungs">
            <a:extLst>
              <a:ext uri="{FF2B5EF4-FFF2-40B4-BE49-F238E27FC236}">
                <a16:creationId xmlns:a16="http://schemas.microsoft.com/office/drawing/2014/main" id="{952A565C-59CA-48ED-AEA0-0671F9E230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20383" y="3104705"/>
            <a:ext cx="3217333" cy="3217333"/>
          </a:xfrm>
          <a:prstGeom prst="rect">
            <a:avLst/>
          </a:prstGeom>
        </p:spPr>
      </p:pic>
      <p:grpSp>
        <p:nvGrpSpPr>
          <p:cNvPr id="625" name="Group 624">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491" name="Rectangle 490">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7" name="Rectangle 626">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7F5BBD-5556-410A-8AAD-D6CF14EA22B1}"/>
              </a:ext>
            </a:extLst>
          </p:cNvPr>
          <p:cNvSpPr>
            <a:spLocks noGrp="1"/>
          </p:cNvSpPr>
          <p:nvPr>
            <p:ph type="title"/>
          </p:nvPr>
        </p:nvSpPr>
        <p:spPr>
          <a:xfrm>
            <a:off x="740584" y="859808"/>
            <a:ext cx="3543197" cy="2878986"/>
          </a:xfrm>
        </p:spPr>
        <p:txBody>
          <a:bodyPr>
            <a:normAutofit/>
          </a:bodyPr>
          <a:lstStyle/>
          <a:p>
            <a:pPr algn="ctr"/>
            <a:r>
              <a:rPr lang="en-US">
                <a:solidFill>
                  <a:schemeClr val="bg1"/>
                </a:solidFill>
                <a:latin typeface="Times New Roman" panose="02020603050405020304" pitchFamily="18" charset="0"/>
                <a:cs typeface="Times New Roman" panose="02020603050405020304" pitchFamily="18" charset="0"/>
              </a:rPr>
              <a:t>Data Definition</a:t>
            </a:r>
          </a:p>
        </p:txBody>
      </p:sp>
      <p:grpSp>
        <p:nvGrpSpPr>
          <p:cNvPr id="628"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497" name="Freeform: Shape 496">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29" name="Freeform: Shape 497">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30" name="Freeform: Shape 498">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31" name="Freeform: Shape 499">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32" name="Freeform: Shape 501">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33" name="Freeform: Shape 502">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34" name="Freeform: Shape 503">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35" name="Freeform: Shape 504">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36" name="Freeform: Shape 505">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37" name="Freeform: Shape 506">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38" name="Freeform: Shape 507">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39" name="Freeform: Shape 508">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640"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641" name="Freeform: Shape 255">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42" name="Freeform: Shape 256">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43" name="Freeform: Shape 257">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644" name="Freeform: Shape 258">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45" name="Freeform: Shape 259">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46" name="Freeform: Shape 260">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47" name="Freeform: Shape 261">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48" name="Freeform: Shape 262">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49" name="Freeform: Shape 263">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50" name="Freeform: Shape 264">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51" name="Freeform: Shape 265">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52" name="Freeform: Shape 266">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53" name="Freeform: Shape 267">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077AC888-CF95-1EB6-F33E-8A90371C6D7D}"/>
              </a:ext>
            </a:extLst>
          </p:cNvPr>
          <p:cNvSpPr>
            <a:spLocks noGrp="1"/>
          </p:cNvSpPr>
          <p:nvPr>
            <p:ph idx="1"/>
          </p:nvPr>
        </p:nvSpPr>
        <p:spPr>
          <a:xfrm>
            <a:off x="6477270" y="685805"/>
            <a:ext cx="4974771" cy="5534019"/>
          </a:xfrm>
        </p:spPr>
        <p:txBody>
          <a:bodyPr>
            <a:normAutofit/>
          </a:bodyPr>
          <a:lstStyle/>
          <a:p>
            <a:r>
              <a:rPr lang="en-IN">
                <a:solidFill>
                  <a:schemeClr val="bg1"/>
                </a:solidFill>
                <a:latin typeface="Calibri" panose="020F0502020204030204" pitchFamily="34" charset="0"/>
                <a:cs typeface="Calibri" panose="020F0502020204030204" pitchFamily="34" charset="0"/>
              </a:rPr>
              <a:t>Data consists of population-level, aggregated health records related to lung cancer.</a:t>
            </a:r>
          </a:p>
          <a:p>
            <a:r>
              <a:rPr lang="en-IN">
                <a:solidFill>
                  <a:schemeClr val="bg1"/>
                </a:solidFill>
                <a:latin typeface="Calibri" panose="020F0502020204030204" pitchFamily="34" charset="0"/>
                <a:cs typeface="Calibri" panose="020F0502020204030204" pitchFamily="34" charset="0"/>
              </a:rPr>
              <a:t>Each dataset represents county-level measurements across multiple years.</a:t>
            </a:r>
          </a:p>
          <a:p>
            <a:r>
              <a:rPr lang="en-IN">
                <a:solidFill>
                  <a:schemeClr val="bg1"/>
                </a:solidFill>
                <a:latin typeface="Calibri" panose="020F0502020204030204" pitchFamily="34" charset="0"/>
                <a:cs typeface="Calibri" panose="020F0502020204030204" pitchFamily="34" charset="0"/>
              </a:rPr>
              <a:t>Variables include cancer outcomes, geographic identifiers, and risk indicators.</a:t>
            </a:r>
          </a:p>
          <a:p>
            <a:r>
              <a:rPr lang="en-IN">
                <a:solidFill>
                  <a:schemeClr val="bg1"/>
                </a:solidFill>
                <a:latin typeface="Calibri" panose="020F0502020204030204" pitchFamily="34" charset="0"/>
                <a:cs typeface="Calibri" panose="020F0502020204030204" pitchFamily="34" charset="0"/>
              </a:rPr>
              <a:t>Data is structured in CSV (.csv) format, suitable for statistical and machine learning analysis.</a:t>
            </a:r>
          </a:p>
          <a:p>
            <a:endParaRPr lang="en-US">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007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767AB0C-C843-D423-9DB3-C4B9CACEDD91}"/>
              </a:ext>
            </a:extLst>
          </p:cNvPr>
          <p:cNvSpPr>
            <a:spLocks noGrp="1"/>
          </p:cNvSpPr>
          <p:nvPr>
            <p:ph type="title"/>
          </p:nvPr>
        </p:nvSpPr>
        <p:spPr>
          <a:xfrm>
            <a:off x="1256522" y="591829"/>
            <a:ext cx="3939688" cy="5583126"/>
          </a:xfrm>
        </p:spPr>
        <p:txBody>
          <a:bodyPr>
            <a:normAutofit/>
          </a:bodyPr>
          <a:lstStyle/>
          <a:p>
            <a:r>
              <a:rPr lang="en-US" sz="6200">
                <a:latin typeface="Times New Roman" panose="02020603050405020304" pitchFamily="18" charset="0"/>
                <a:cs typeface="Times New Roman" panose="02020603050405020304" pitchFamily="18" charset="0"/>
              </a:rPr>
              <a:t>Data Description</a:t>
            </a:r>
          </a:p>
        </p:txBody>
      </p:sp>
      <p:cxnSp>
        <p:nvCxnSpPr>
          <p:cNvPr id="43" name="Straight Connector 4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5"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3111"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47"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91891"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49"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17571"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18" name="Rectangle 1">
            <a:extLst>
              <a:ext uri="{FF2B5EF4-FFF2-40B4-BE49-F238E27FC236}">
                <a16:creationId xmlns:a16="http://schemas.microsoft.com/office/drawing/2014/main" id="{C84BAF3A-7CFB-DB1F-6DA7-D15BE6994990}"/>
              </a:ext>
            </a:extLst>
          </p:cNvPr>
          <p:cNvGraphicFramePr>
            <a:graphicFrameLocks noGrp="1"/>
          </p:cNvGraphicFramePr>
          <p:nvPr>
            <p:ph idx="1"/>
            <p:extLst>
              <p:ext uri="{D42A27DB-BD31-4B8C-83A1-F6EECF244321}">
                <p14:modId xmlns:p14="http://schemas.microsoft.com/office/powerpoint/2010/main" val="459660747"/>
              </p:ext>
            </p:extLst>
          </p:nvPr>
        </p:nvGraphicFramePr>
        <p:xfrm>
          <a:off x="5492710" y="671805"/>
          <a:ext cx="5861090" cy="550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01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0F52DE2-C0DF-68CF-66A0-879E6A4B1FD4}"/>
              </a:ext>
            </a:extLst>
          </p:cNvPr>
          <p:cNvSpPr>
            <a:spLocks noGrp="1"/>
          </p:cNvSpPr>
          <p:nvPr>
            <p:ph type="title"/>
          </p:nvPr>
        </p:nvSpPr>
        <p:spPr>
          <a:xfrm>
            <a:off x="479394" y="1070800"/>
            <a:ext cx="3939688" cy="5583126"/>
          </a:xfrm>
        </p:spPr>
        <p:txBody>
          <a:bodyPr>
            <a:normAutofit/>
          </a:bodyPr>
          <a:lstStyle/>
          <a:p>
            <a:pPr algn="r"/>
            <a:r>
              <a:rPr lang="en-IN" sz="6800" dirty="0"/>
              <a:t>Data Collection Method</a:t>
            </a:r>
            <a:endParaRPr lang="en-US" sz="68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F6071BCC-F139-A536-76D6-CE400BFA9D58}"/>
              </a:ext>
            </a:extLst>
          </p:cNvPr>
          <p:cNvGraphicFramePr>
            <a:graphicFrameLocks noGrp="1"/>
          </p:cNvGraphicFramePr>
          <p:nvPr>
            <p:ph idx="1"/>
            <p:extLst>
              <p:ext uri="{D42A27DB-BD31-4B8C-83A1-F6EECF244321}">
                <p14:modId xmlns:p14="http://schemas.microsoft.com/office/powerpoint/2010/main" val="3846614922"/>
              </p:ext>
            </p:extLst>
          </p:nvPr>
        </p:nvGraphicFramePr>
        <p:xfrm>
          <a:off x="5108535" y="500064"/>
          <a:ext cx="6245265" cy="6160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970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AAAE9-60BB-F258-2366-4D70AB3621B2}"/>
              </a:ext>
            </a:extLst>
          </p:cNvPr>
          <p:cNvSpPr>
            <a:spLocks noGrp="1"/>
          </p:cNvSpPr>
          <p:nvPr>
            <p:ph type="title"/>
          </p:nvPr>
        </p:nvSpPr>
        <p:spPr>
          <a:xfrm>
            <a:off x="838200" y="556995"/>
            <a:ext cx="10515600" cy="1133693"/>
          </a:xfrm>
        </p:spPr>
        <p:txBody>
          <a:bodyPr>
            <a:normAutofit/>
          </a:bodyPr>
          <a:lstStyle/>
          <a:p>
            <a:r>
              <a:rPr lang="en-IN" sz="4800">
                <a:latin typeface="Times New Roman" panose="02020603050405020304" pitchFamily="18" charset="0"/>
                <a:cs typeface="Times New Roman" panose="02020603050405020304" pitchFamily="18" charset="0"/>
              </a:rPr>
              <a:t>Unit of Observation and Data Coverage</a:t>
            </a:r>
            <a:endParaRPr lang="en-US" sz="4800">
              <a:latin typeface="Times New Roman" panose="02020603050405020304" pitchFamily="18" charset="0"/>
              <a:cs typeface="Times New Roman" panose="02020603050405020304" pitchFamily="18" charset="0"/>
            </a:endParaRPr>
          </a:p>
        </p:txBody>
      </p:sp>
      <p:graphicFrame>
        <p:nvGraphicFramePr>
          <p:cNvPr id="6" name="Rectangle 1">
            <a:extLst>
              <a:ext uri="{FF2B5EF4-FFF2-40B4-BE49-F238E27FC236}">
                <a16:creationId xmlns:a16="http://schemas.microsoft.com/office/drawing/2014/main" id="{3983CA0A-886E-557A-FFC3-D292EB6B0555}"/>
              </a:ext>
            </a:extLst>
          </p:cNvPr>
          <p:cNvGraphicFramePr>
            <a:graphicFrameLocks noGrp="1"/>
          </p:cNvGraphicFramePr>
          <p:nvPr>
            <p:ph idx="1"/>
            <p:extLst>
              <p:ext uri="{D42A27DB-BD31-4B8C-83A1-F6EECF244321}">
                <p14:modId xmlns:p14="http://schemas.microsoft.com/office/powerpoint/2010/main" val="407001590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2780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4F1AEF-19F9-8B16-9258-E6623191FF6E}"/>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latin typeface="Times New Roman" panose="02020603050405020304" pitchFamily="18" charset="0"/>
                <a:cs typeface="Times New Roman" panose="02020603050405020304" pitchFamily="18" charset="0"/>
              </a:rPr>
              <a:t>Data Attributes</a:t>
            </a:r>
            <a:endParaRPr lang="en-US" sz="40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153ABA-BB92-591E-8040-DA2769247E0A}"/>
              </a:ext>
            </a:extLst>
          </p:cNvPr>
          <p:cNvSpPr>
            <a:spLocks noGrp="1"/>
          </p:cNvSpPr>
          <p:nvPr>
            <p:ph idx="1"/>
          </p:nvPr>
        </p:nvSpPr>
        <p:spPr>
          <a:xfrm>
            <a:off x="4810259" y="649480"/>
            <a:ext cx="6555347" cy="5546047"/>
          </a:xfrm>
        </p:spPr>
        <p:txBody>
          <a:bodyPr anchor="ctr">
            <a:normAutofit/>
          </a:bodyPr>
          <a:lstStyle/>
          <a:p>
            <a:pPr marL="0" indent="0">
              <a:buNone/>
            </a:pPr>
            <a:r>
              <a:rPr lang="en-IN" sz="2000" b="1">
                <a:latin typeface="Calibri" panose="020F0502020204030204" pitchFamily="34" charset="0"/>
                <a:cs typeface="Calibri" panose="020F0502020204030204" pitchFamily="34" charset="0"/>
              </a:rPr>
              <a:t>Geographic and Time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county_fips – County identification code</a:t>
            </a:r>
          </a:p>
          <a:p>
            <a:r>
              <a:rPr lang="en-IN" sz="2000">
                <a:latin typeface="Calibri" panose="020F0502020204030204" pitchFamily="34" charset="0"/>
                <a:cs typeface="Calibri" panose="020F0502020204030204" pitchFamily="34" charset="0"/>
              </a:rPr>
              <a:t>state_name – U.S. state</a:t>
            </a:r>
          </a:p>
          <a:p>
            <a:r>
              <a:rPr lang="en-IN" sz="2000">
                <a:latin typeface="Calibri" panose="020F0502020204030204" pitchFamily="34" charset="0"/>
                <a:cs typeface="Calibri" panose="020F0502020204030204" pitchFamily="34" charset="0"/>
              </a:rPr>
              <a:t>county_name – County name</a:t>
            </a:r>
          </a:p>
          <a:p>
            <a:r>
              <a:rPr lang="en-IN" sz="2000">
                <a:latin typeface="Calibri" panose="020F0502020204030204" pitchFamily="34" charset="0"/>
                <a:cs typeface="Calibri" panose="020F0502020204030204" pitchFamily="34" charset="0"/>
              </a:rPr>
              <a:t>year – Year of observation</a:t>
            </a:r>
          </a:p>
          <a:p>
            <a:pPr marL="0" indent="0">
              <a:buNone/>
            </a:pPr>
            <a:r>
              <a:rPr lang="en-IN" sz="2000" b="1">
                <a:latin typeface="Calibri" panose="020F0502020204030204" pitchFamily="34" charset="0"/>
                <a:cs typeface="Calibri" panose="020F0502020204030204" pitchFamily="34" charset="0"/>
              </a:rPr>
              <a:t>Outcome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lung_cancer_incidence_rate</a:t>
            </a:r>
          </a:p>
          <a:p>
            <a:r>
              <a:rPr lang="en-IN" sz="2000">
                <a:latin typeface="Calibri" panose="020F0502020204030204" pitchFamily="34" charset="0"/>
                <a:cs typeface="Calibri" panose="020F0502020204030204" pitchFamily="34" charset="0"/>
              </a:rPr>
              <a:t>lung_cancer_mortality_rate</a:t>
            </a:r>
          </a:p>
          <a:p>
            <a:pPr marL="0" indent="0">
              <a:buNone/>
            </a:pPr>
            <a:r>
              <a:rPr lang="en-IN" sz="2000" b="1">
                <a:latin typeface="Calibri" panose="020F0502020204030204" pitchFamily="34" charset="0"/>
                <a:cs typeface="Calibri" panose="020F0502020204030204" pitchFamily="34" charset="0"/>
              </a:rPr>
              <a:t>Risk and Screening Variables</a:t>
            </a:r>
            <a:endParaRPr lang="en-IN" sz="2000">
              <a:latin typeface="Calibri" panose="020F0502020204030204" pitchFamily="34" charset="0"/>
              <a:cs typeface="Calibri" panose="020F0502020204030204" pitchFamily="34" charset="0"/>
            </a:endParaRPr>
          </a:p>
          <a:p>
            <a:r>
              <a:rPr lang="en-IN" sz="2000">
                <a:latin typeface="Calibri" panose="020F0502020204030204" pitchFamily="34" charset="0"/>
                <a:cs typeface="Calibri" panose="020F0502020204030204" pitchFamily="34" charset="0"/>
              </a:rPr>
              <a:t>smoking_prevalence</a:t>
            </a:r>
          </a:p>
          <a:p>
            <a:r>
              <a:rPr lang="en-IN" sz="2000">
                <a:latin typeface="Calibri" panose="020F0502020204030204" pitchFamily="34" charset="0"/>
                <a:cs typeface="Calibri" panose="020F0502020204030204" pitchFamily="34" charset="0"/>
              </a:rPr>
              <a:t>screening_indicator </a:t>
            </a:r>
          </a:p>
          <a:p>
            <a:r>
              <a:rPr lang="en-US" sz="2000">
                <a:latin typeface="Calibri" panose="020F0502020204030204" pitchFamily="34" charset="0"/>
                <a:cs typeface="Calibri" panose="020F0502020204030204" pitchFamily="34" charset="0"/>
              </a:rPr>
              <a:t>Behavioral risk measures (e.g., smoking-related metrics)</a:t>
            </a:r>
          </a:p>
          <a:p>
            <a:endParaRPr lang="en-IN" sz="2000">
              <a:latin typeface="Calibri" panose="020F0502020204030204" pitchFamily="34" charset="0"/>
              <a:cs typeface="Calibri" panose="020F0502020204030204" pitchFamily="34" charset="0"/>
            </a:endParaRPr>
          </a:p>
          <a:p>
            <a:endParaRPr 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847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2FDA5-B7BE-3349-E995-6C6F6E8AA59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 Format</a:t>
            </a:r>
            <a:endParaRPr lang="en-US" dirty="0">
              <a:latin typeface="Times New Roman" panose="02020603050405020304" pitchFamily="18" charset="0"/>
              <a:cs typeface="Times New Roman" panose="02020603050405020304" pitchFamily="18" charset="0"/>
            </a:endParaRPr>
          </a:p>
        </p:txBody>
      </p:sp>
      <p:graphicFrame>
        <p:nvGraphicFramePr>
          <p:cNvPr id="14" name="Rectangle 1">
            <a:extLst>
              <a:ext uri="{FF2B5EF4-FFF2-40B4-BE49-F238E27FC236}">
                <a16:creationId xmlns:a16="http://schemas.microsoft.com/office/drawing/2014/main" id="{35683B57-67C2-7936-4F20-02FE92677193}"/>
              </a:ext>
            </a:extLst>
          </p:cNvPr>
          <p:cNvGraphicFramePr>
            <a:graphicFrameLocks noGrp="1"/>
          </p:cNvGraphicFramePr>
          <p:nvPr>
            <p:ph idx="1"/>
            <p:extLst>
              <p:ext uri="{D42A27DB-BD31-4B8C-83A1-F6EECF244321}">
                <p14:modId xmlns:p14="http://schemas.microsoft.com/office/powerpoint/2010/main" val="1178322937"/>
              </p:ext>
            </p:extLst>
          </p:nvPr>
        </p:nvGraphicFramePr>
        <p:xfrm>
          <a:off x="838200" y="1814513"/>
          <a:ext cx="10400732" cy="4266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825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Shape 52">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D040C26-0334-33DC-A430-2E55F7501332}"/>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REGRESSION PROFILING</a:t>
            </a:r>
          </a:p>
        </p:txBody>
      </p:sp>
    </p:spTree>
    <p:extLst>
      <p:ext uri="{BB962C8B-B14F-4D97-AF65-F5344CB8AC3E}">
        <p14:creationId xmlns:p14="http://schemas.microsoft.com/office/powerpoint/2010/main" val="2724327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316D3C-D501-5F3F-79FF-5EFDC9A85A6C}"/>
              </a:ext>
            </a:extLst>
          </p:cNvPr>
          <p:cNvSpPr>
            <a:spLocks noGrp="1"/>
          </p:cNvSpPr>
          <p:nvPr>
            <p:ph type="title"/>
          </p:nvPr>
        </p:nvSpPr>
        <p:spPr>
          <a:xfrm>
            <a:off x="1051560" y="586822"/>
            <a:ext cx="3657600" cy="1645920"/>
          </a:xfrm>
        </p:spPr>
        <p:txBody>
          <a:bodyPr>
            <a:normAutofit/>
          </a:bodyPr>
          <a:lstStyle/>
          <a:p>
            <a:r>
              <a:rPr lang="en-IN" sz="3200" b="1" dirty="0"/>
              <a:t>Step 1:</a:t>
            </a:r>
            <a:br>
              <a:rPr lang="en-IN" sz="3200" b="1" dirty="0"/>
            </a:br>
            <a:r>
              <a:rPr lang="en-IN" sz="3200" b="1" dirty="0"/>
              <a:t>Data Loading</a:t>
            </a:r>
            <a:endParaRPr lang="en-IN" sz="3200" dirty="0"/>
          </a:p>
        </p:txBody>
      </p:sp>
      <p:sp>
        <p:nvSpPr>
          <p:cNvPr id="18" name="Rectangle 17">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EB9E2F4E-6518-4501-B5EE-FDE35605E242}"/>
              </a:ext>
            </a:extLst>
          </p:cNvPr>
          <p:cNvSpPr>
            <a:spLocks noGrp="1"/>
          </p:cNvSpPr>
          <p:nvPr>
            <p:ph idx="1"/>
          </p:nvPr>
        </p:nvSpPr>
        <p:spPr>
          <a:xfrm>
            <a:off x="5250106" y="586822"/>
            <a:ext cx="6106742" cy="1645920"/>
          </a:xfrm>
        </p:spPr>
        <p:txBody>
          <a:bodyPr anchor="ctr">
            <a:normAutofit/>
          </a:bodyPr>
          <a:lstStyle/>
          <a:p>
            <a:pPr marL="0" indent="0">
              <a:buNone/>
            </a:pPr>
            <a:r>
              <a:rPr lang="en-IN" dirty="0"/>
              <a:t>Loaded lung cancer mortality county-level dataset and inspected structure.</a:t>
            </a:r>
          </a:p>
          <a:p>
            <a:endParaRPr lang="en-US" sz="1800" dirty="0"/>
          </a:p>
        </p:txBody>
      </p:sp>
      <p:pic>
        <p:nvPicPr>
          <p:cNvPr id="7" name="Picture 6" descr="A screenshot of a computer&#10;&#10;AI-generated content may be incorrect.">
            <a:extLst>
              <a:ext uri="{FF2B5EF4-FFF2-40B4-BE49-F238E27FC236}">
                <a16:creationId xmlns:a16="http://schemas.microsoft.com/office/drawing/2014/main" id="{44610BDC-DCCC-C5C7-CC6F-382D192E9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16" y="2767579"/>
            <a:ext cx="6994484" cy="3777019"/>
          </a:xfrm>
          <a:prstGeom prst="rect">
            <a:avLst/>
          </a:prstGeom>
        </p:spPr>
      </p:pic>
      <p:pic>
        <p:nvPicPr>
          <p:cNvPr id="5" name="Content Placeholder 4" descr="A screenshot of a phone&#10;&#10;AI-generated content may be incorrect.">
            <a:extLst>
              <a:ext uri="{FF2B5EF4-FFF2-40B4-BE49-F238E27FC236}">
                <a16:creationId xmlns:a16="http://schemas.microsoft.com/office/drawing/2014/main" id="{3B43E56D-1F01-0EE4-9EA8-1F5A29506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5866" y="3615251"/>
            <a:ext cx="4998389" cy="1803415"/>
          </a:xfrm>
          <a:prstGeom prst="rect">
            <a:avLst/>
          </a:prstGeom>
        </p:spPr>
      </p:pic>
    </p:spTree>
    <p:extLst>
      <p:ext uri="{BB962C8B-B14F-4D97-AF65-F5344CB8AC3E}">
        <p14:creationId xmlns:p14="http://schemas.microsoft.com/office/powerpoint/2010/main" val="1539311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49207-0A13-532A-D20C-B2B0863E2285}"/>
              </a:ext>
            </a:extLst>
          </p:cNvPr>
          <p:cNvSpPr>
            <a:spLocks noGrp="1"/>
          </p:cNvSpPr>
          <p:nvPr>
            <p:ph type="title"/>
          </p:nvPr>
        </p:nvSpPr>
        <p:spPr>
          <a:xfrm>
            <a:off x="630936" y="640080"/>
            <a:ext cx="4818888" cy="1481328"/>
          </a:xfrm>
          <a:prstGeom prst="ellipse">
            <a:avLst/>
          </a:prstGeom>
        </p:spPr>
        <p:txBody>
          <a:bodyPr vert="horz" lIns="91440" tIns="45720" rIns="91440" bIns="45720" rtlCol="0" anchor="b">
            <a:normAutofit fontScale="90000"/>
          </a:bodyPr>
          <a:lstStyle/>
          <a:p>
            <a:r>
              <a:rPr lang="en-US" sz="3400" b="1" kern="1200" dirty="0">
                <a:solidFill>
                  <a:schemeClr val="tx1"/>
                </a:solidFill>
                <a:latin typeface="+mj-lt"/>
                <a:ea typeface="+mj-ea"/>
                <a:cs typeface="+mj-cs"/>
              </a:rPr>
              <a:t>Step 2: </a:t>
            </a:r>
            <a:br>
              <a:rPr lang="en-US" sz="3400" b="1" kern="1200" dirty="0">
                <a:solidFill>
                  <a:schemeClr val="tx1"/>
                </a:solidFill>
                <a:latin typeface="+mj-lt"/>
                <a:ea typeface="+mj-ea"/>
                <a:cs typeface="+mj-cs"/>
              </a:rPr>
            </a:br>
            <a:r>
              <a:rPr lang="en-US" sz="3400" b="1" kern="1200" dirty="0">
                <a:solidFill>
                  <a:schemeClr val="tx1"/>
                </a:solidFill>
                <a:latin typeface="+mj-lt"/>
                <a:ea typeface="+mj-ea"/>
                <a:cs typeface="+mj-cs"/>
              </a:rPr>
              <a:t>Rename Columns</a:t>
            </a:r>
          </a:p>
        </p:txBody>
      </p:sp>
      <p:sp>
        <p:nvSpPr>
          <p:cNvPr id="3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9F6EB1-05F1-9F92-8FBF-62D75CE12B69}"/>
              </a:ext>
            </a:extLst>
          </p:cNvPr>
          <p:cNvSpPr txBox="1"/>
          <p:nvPr/>
        </p:nvSpPr>
        <p:spPr>
          <a:xfrm>
            <a:off x="630936" y="3061102"/>
            <a:ext cx="4818888" cy="3147673"/>
          </a:xfrm>
          <a:prstGeom prst="rect">
            <a:avLst/>
          </a:prstGeom>
        </p:spPr>
        <p:txBody>
          <a:bodyPr vert="horz" lIns="91440" tIns="45720" rIns="91440" bIns="45720" rtlCol="0" anchor="t">
            <a:normAutofit/>
          </a:bodyPr>
          <a:lstStyle/>
          <a:p>
            <a:pPr indent="-228600">
              <a:spcAft>
                <a:spcPts val="600"/>
              </a:spcAft>
              <a:buFont typeface="Arial" panose="020B0604020202020204" pitchFamily="34" charset="0"/>
              <a:buChar char="•"/>
            </a:pPr>
            <a:r>
              <a:rPr lang="en-US" sz="2200" dirty="0"/>
              <a:t>Renamed variables for consistent modeling and reproducibility.</a:t>
            </a:r>
          </a:p>
          <a:p>
            <a:pPr marL="342900" indent="-342900">
              <a:spcAft>
                <a:spcPts val="600"/>
              </a:spcAft>
              <a:buFont typeface="Arial" panose="020B0604020202020204" pitchFamily="34" charset="0"/>
              <a:buChar char="•"/>
            </a:pPr>
            <a:endParaRPr lang="en-US" sz="2200" dirty="0"/>
          </a:p>
          <a:p>
            <a:pPr marL="342900" indent="-342900">
              <a:spcAft>
                <a:spcPts val="600"/>
              </a:spcAft>
              <a:buFont typeface="Arial" panose="020B0604020202020204" pitchFamily="34" charset="0"/>
              <a:buChar char="•"/>
            </a:pPr>
            <a:r>
              <a:rPr lang="en-US" sz="2200" dirty="0"/>
              <a:t>names(</a:t>
            </a:r>
            <a:r>
              <a:rPr lang="en-US" sz="2200" dirty="0" err="1"/>
              <a:t>death_dt</a:t>
            </a:r>
            <a:r>
              <a:rPr lang="en-US" sz="2200" dirty="0"/>
              <a:t>)  showing </a:t>
            </a:r>
          </a:p>
          <a:p>
            <a:pPr>
              <a:spcAft>
                <a:spcPts val="600"/>
              </a:spcAft>
            </a:pPr>
            <a:r>
              <a:rPr lang="en-US" sz="2200" dirty="0" err="1"/>
              <a:t>mortality_rate</a:t>
            </a:r>
            <a:r>
              <a:rPr lang="en-US" sz="2200" dirty="0"/>
              <a:t>, </a:t>
            </a:r>
          </a:p>
          <a:p>
            <a:pPr>
              <a:spcAft>
                <a:spcPts val="600"/>
              </a:spcAft>
            </a:pPr>
            <a:r>
              <a:rPr lang="en-US" sz="2200" dirty="0" err="1"/>
              <a:t>rural_urban_code</a:t>
            </a:r>
            <a:r>
              <a:rPr lang="en-US" sz="2200" dirty="0"/>
              <a:t>, </a:t>
            </a:r>
          </a:p>
          <a:p>
            <a:pPr>
              <a:spcAft>
                <a:spcPts val="600"/>
              </a:spcAft>
            </a:pPr>
            <a:r>
              <a:rPr lang="en-US" sz="2200" dirty="0" err="1"/>
              <a:t>lower_ci_rate</a:t>
            </a:r>
            <a:endParaRPr lang="en-US" sz="2200" dirty="0"/>
          </a:p>
        </p:txBody>
      </p:sp>
      <p:pic>
        <p:nvPicPr>
          <p:cNvPr id="5" name="Content Placeholder 4" descr="A screenshot of a computer&#10;&#10;AI-generated content may be incorrect.">
            <a:extLst>
              <a:ext uri="{FF2B5EF4-FFF2-40B4-BE49-F238E27FC236}">
                <a16:creationId xmlns:a16="http://schemas.microsoft.com/office/drawing/2014/main" id="{0DA0250C-17D2-7C4D-053E-AE437E901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30257" y="1579775"/>
            <a:ext cx="6603997" cy="4474206"/>
          </a:xfrm>
          <a:prstGeom prst="rect">
            <a:avLst/>
          </a:prstGeom>
        </p:spPr>
      </p:pic>
    </p:spTree>
    <p:extLst>
      <p:ext uri="{BB962C8B-B14F-4D97-AF65-F5344CB8AC3E}">
        <p14:creationId xmlns:p14="http://schemas.microsoft.com/office/powerpoint/2010/main" val="1204041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03B6A2-5BFE-E953-474F-A5629F23FD41}"/>
              </a:ext>
            </a:extLst>
          </p:cNvPr>
          <p:cNvSpPr>
            <a:spLocks noGrp="1"/>
          </p:cNvSpPr>
          <p:nvPr>
            <p:ph type="title"/>
          </p:nvPr>
        </p:nvSpPr>
        <p:spPr>
          <a:xfrm>
            <a:off x="438913" y="859536"/>
            <a:ext cx="4832802" cy="1170432"/>
          </a:xfrm>
        </p:spPr>
        <p:txBody>
          <a:bodyPr vert="horz" lIns="91440" tIns="45720" rIns="91440" bIns="45720" rtlCol="0" anchor="b">
            <a:normAutofit fontScale="90000"/>
          </a:bodyPr>
          <a:lstStyle/>
          <a:p>
            <a:r>
              <a:rPr lang="en-US" sz="3400" b="1" dirty="0"/>
              <a:t>Step 3: </a:t>
            </a:r>
            <a:br>
              <a:rPr lang="en-US" sz="3400" b="1" dirty="0"/>
            </a:br>
            <a:r>
              <a:rPr lang="en-US" sz="3400" b="1" dirty="0"/>
              <a:t>Feature selection + cleaning</a:t>
            </a:r>
          </a:p>
        </p:txBody>
      </p:sp>
      <p:sp>
        <p:nvSpPr>
          <p:cNvPr id="25" name="Rectangle 24">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CE0B498-2D8B-026A-F904-20D864C56BB5}"/>
              </a:ext>
            </a:extLst>
          </p:cNvPr>
          <p:cNvSpPr txBox="1"/>
          <p:nvPr/>
        </p:nvSpPr>
        <p:spPr>
          <a:xfrm>
            <a:off x="438912" y="2512611"/>
            <a:ext cx="4832803" cy="3664351"/>
          </a:xfrm>
          <a:prstGeom prst="rect">
            <a:avLst/>
          </a:prstGeom>
        </p:spPr>
        <p:txBody>
          <a:bodyPr vert="horz" lIns="91440" tIns="45720" rIns="91440" bIns="45720" rtlCol="0">
            <a:normAutofit/>
          </a:bodyPr>
          <a:lstStyle/>
          <a:p>
            <a:pPr>
              <a:lnSpc>
                <a:spcPct val="90000"/>
              </a:lnSpc>
              <a:spcAft>
                <a:spcPts val="600"/>
              </a:spcAft>
            </a:pPr>
            <a:r>
              <a:rPr lang="en-US" sz="2400" dirty="0"/>
              <a:t>Selected outcome (</a:t>
            </a:r>
            <a:r>
              <a:rPr lang="en-US" sz="2400" dirty="0" err="1"/>
              <a:t>mortality_rate</a:t>
            </a:r>
            <a:r>
              <a:rPr lang="en-US" sz="2400" dirty="0"/>
              <a:t>) and predictors (rural/urban category and lower CI rate); removed missing values.</a:t>
            </a:r>
          </a:p>
          <a:p>
            <a:pPr indent="-228600">
              <a:lnSpc>
                <a:spcPct val="90000"/>
              </a:lnSpc>
              <a:spcAft>
                <a:spcPts val="600"/>
              </a:spcAft>
              <a:buFont typeface="Arial" panose="020B0604020202020204" pitchFamily="34" charset="0"/>
              <a:buChar char="•"/>
            </a:pPr>
            <a:endParaRPr lang="en-US" dirty="0"/>
          </a:p>
        </p:txBody>
      </p:sp>
      <p:pic>
        <p:nvPicPr>
          <p:cNvPr id="7" name="Picture 6" descr="A screenshot of a computer code&#10;&#10;AI-generated content may be incorrect.">
            <a:extLst>
              <a:ext uri="{FF2B5EF4-FFF2-40B4-BE49-F238E27FC236}">
                <a16:creationId xmlns:a16="http://schemas.microsoft.com/office/drawing/2014/main" id="{98248773-6BAF-5D27-97D7-5133E60CE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0256" y="585198"/>
            <a:ext cx="5138928" cy="2608004"/>
          </a:xfrm>
          <a:prstGeom prst="rect">
            <a:avLst/>
          </a:prstGeom>
        </p:spPr>
      </p:pic>
      <p:pic>
        <p:nvPicPr>
          <p:cNvPr id="5" name="Content Placeholder 4" descr="A computer code with black text&#10;&#10;AI-generated content may be incorrect.">
            <a:extLst>
              <a:ext uri="{FF2B5EF4-FFF2-40B4-BE49-F238E27FC236}">
                <a16:creationId xmlns:a16="http://schemas.microsoft.com/office/drawing/2014/main" id="{9802589F-1623-7761-F790-1B1936A100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20256" y="3573681"/>
            <a:ext cx="5138928" cy="2453837"/>
          </a:xfrm>
          <a:prstGeom prst="rect">
            <a:avLst/>
          </a:prstGeom>
        </p:spPr>
      </p:pic>
    </p:spTree>
    <p:extLst>
      <p:ext uri="{BB962C8B-B14F-4D97-AF65-F5344CB8AC3E}">
        <p14:creationId xmlns:p14="http://schemas.microsoft.com/office/powerpoint/2010/main" val="4125323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1CD1DF-70FB-81FC-87AE-5293EAB56CA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4: </a:t>
            </a:r>
            <a:br>
              <a:rPr lang="en-US" sz="2800" b="1" kern="1200">
                <a:solidFill>
                  <a:schemeClr val="tx1"/>
                </a:solidFill>
                <a:latin typeface="+mj-lt"/>
                <a:ea typeface="+mj-ea"/>
                <a:cs typeface="+mj-cs"/>
              </a:rPr>
            </a:br>
            <a:r>
              <a:rPr lang="en-US" sz="2800" b="1" kern="1200">
                <a:solidFill>
                  <a:schemeClr val="tx1"/>
                </a:solidFill>
                <a:latin typeface="+mj-lt"/>
                <a:ea typeface="+mj-ea"/>
                <a:cs typeface="+mj-cs"/>
              </a:rPr>
              <a:t>Linear regression results</a:t>
            </a:r>
          </a:p>
        </p:txBody>
      </p:sp>
      <p:sp>
        <p:nvSpPr>
          <p:cNvPr id="39" name="Rectangle: Rounded Corners 38">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BCF530E-5EEE-8BC8-20BC-BA61A566064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1700" kern="1200">
                <a:solidFill>
                  <a:schemeClr val="bg1"/>
                </a:solidFill>
                <a:latin typeface="+mn-lt"/>
                <a:ea typeface="+mn-ea"/>
                <a:cs typeface="+mn-cs"/>
              </a:rPr>
              <a:t>Fit linear regression to evaluate associations with lung cancer mortality.</a:t>
            </a:r>
          </a:p>
        </p:txBody>
      </p:sp>
      <p:pic>
        <p:nvPicPr>
          <p:cNvPr id="5" name="Content Placeholder 4" descr="A screenshot of a computer&#10;&#10;AI-generated content may be incorrect.">
            <a:extLst>
              <a:ext uri="{FF2B5EF4-FFF2-40B4-BE49-F238E27FC236}">
                <a16:creationId xmlns:a16="http://schemas.microsoft.com/office/drawing/2014/main" id="{9A6E1B30-2AD2-BB9E-C232-9B3CA49F95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1857" y="2082539"/>
            <a:ext cx="7257033" cy="4553788"/>
          </a:xfrm>
          <a:prstGeom prst="rect">
            <a:avLst/>
          </a:prstGeom>
        </p:spPr>
      </p:pic>
    </p:spTree>
    <p:extLst>
      <p:ext uri="{BB962C8B-B14F-4D97-AF65-F5344CB8AC3E}">
        <p14:creationId xmlns:p14="http://schemas.microsoft.com/office/powerpoint/2010/main" val="2105423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873662-8A2C-762E-7A5A-CB3F99140903}"/>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a:solidFill>
                  <a:schemeClr val="tx1"/>
                </a:solidFill>
                <a:latin typeface="+mj-lt"/>
                <a:ea typeface="+mj-ea"/>
                <a:cs typeface="+mj-cs"/>
              </a:rPr>
              <a:t>Step 5: Runtime before profiling</a:t>
            </a:r>
          </a:p>
        </p:txBody>
      </p:sp>
      <p:sp>
        <p:nvSpPr>
          <p:cNvPr id="23" name="Rectangle: Rounded Corners 2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5570B650-1DB3-80D9-CD6F-DF7A484DB985}"/>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spcAft>
                <a:spcPts val="600"/>
              </a:spcAft>
            </a:pPr>
            <a:r>
              <a:rPr lang="en-US" sz="2000" kern="1200" dirty="0">
                <a:solidFill>
                  <a:schemeClr val="bg1"/>
                </a:solidFill>
                <a:latin typeface="+mn-lt"/>
                <a:ea typeface="+mn-ea"/>
                <a:cs typeface="+mn-cs"/>
              </a:rPr>
              <a:t>Measured baseline runtime of linear regression.</a:t>
            </a:r>
          </a:p>
        </p:txBody>
      </p:sp>
      <p:pic>
        <p:nvPicPr>
          <p:cNvPr id="7" name="Content Placeholder 6" descr="A screenshot of a phone&#10;&#10;AI-generated content may be incorrect.">
            <a:extLst>
              <a:ext uri="{FF2B5EF4-FFF2-40B4-BE49-F238E27FC236}">
                <a16:creationId xmlns:a16="http://schemas.microsoft.com/office/drawing/2014/main" id="{4BD2CFCA-EB5D-ABAA-9711-F7F102B93F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6333" y="2194406"/>
            <a:ext cx="8939333" cy="3173461"/>
          </a:xfrm>
          <a:prstGeom prst="rect">
            <a:avLst/>
          </a:prstGeom>
        </p:spPr>
      </p:pic>
      <p:sp>
        <p:nvSpPr>
          <p:cNvPr id="3" name="TextBox 2">
            <a:extLst>
              <a:ext uri="{FF2B5EF4-FFF2-40B4-BE49-F238E27FC236}">
                <a16:creationId xmlns:a16="http://schemas.microsoft.com/office/drawing/2014/main" id="{9F7DD6A3-545E-DD45-E977-EB33ACCFB3EE}"/>
              </a:ext>
            </a:extLst>
          </p:cNvPr>
          <p:cNvSpPr txBox="1"/>
          <p:nvPr/>
        </p:nvSpPr>
        <p:spPr>
          <a:xfrm>
            <a:off x="1626332" y="5823300"/>
            <a:ext cx="8939333" cy="461665"/>
          </a:xfrm>
          <a:prstGeom prst="rect">
            <a:avLst/>
          </a:prstGeom>
          <a:noFill/>
        </p:spPr>
        <p:txBody>
          <a:bodyPr wrap="square" rtlCol="0">
            <a:spAutoFit/>
          </a:bodyPr>
          <a:lstStyle/>
          <a:p>
            <a:pPr algn="ctr"/>
            <a:r>
              <a:rPr lang="en-IN" sz="2400" dirty="0"/>
              <a:t>Baseline runtime measured using default data-loading method.</a:t>
            </a:r>
            <a:endParaRPr lang="en-US" sz="2400" dirty="0"/>
          </a:p>
        </p:txBody>
      </p:sp>
    </p:spTree>
    <p:extLst>
      <p:ext uri="{BB962C8B-B14F-4D97-AF65-F5344CB8AC3E}">
        <p14:creationId xmlns:p14="http://schemas.microsoft.com/office/powerpoint/2010/main" val="340517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671A65-055B-7658-B812-83C57355B7F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Step 6: Feature importance</a:t>
            </a:r>
            <a:br>
              <a:rPr lang="en-US" sz="2800" b="1" kern="1200">
                <a:solidFill>
                  <a:schemeClr val="tx1"/>
                </a:solidFill>
                <a:latin typeface="+mj-lt"/>
                <a:ea typeface="+mj-ea"/>
                <a:cs typeface="+mj-cs"/>
              </a:rPr>
            </a:br>
            <a:endParaRPr lang="en-US" sz="2800" kern="120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E47E6BE3-9E4E-8463-6EA1-5D7F63F31590}"/>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1700" kern="1200">
                <a:solidFill>
                  <a:schemeClr val="bg1"/>
                </a:solidFill>
                <a:latin typeface="+mn-lt"/>
                <a:ea typeface="+mn-ea"/>
                <a:cs typeface="+mn-cs"/>
              </a:rPr>
              <a:t>Estimated feature importance using standardized regression coefficients.</a:t>
            </a:r>
          </a:p>
        </p:txBody>
      </p:sp>
      <p:pic>
        <p:nvPicPr>
          <p:cNvPr id="5" name="Content Placeholder 4" descr="A screenshot of a phone&#10;&#10;AI-generated content may be incorrect.">
            <a:extLst>
              <a:ext uri="{FF2B5EF4-FFF2-40B4-BE49-F238E27FC236}">
                <a16:creationId xmlns:a16="http://schemas.microsoft.com/office/drawing/2014/main" id="{895E62E7-B6C3-D96D-DB69-431713F65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572" y="2745857"/>
            <a:ext cx="11420856" cy="2883765"/>
          </a:xfrm>
          <a:prstGeom prst="rect">
            <a:avLst/>
          </a:prstGeom>
        </p:spPr>
      </p:pic>
    </p:spTree>
    <p:extLst>
      <p:ext uri="{BB962C8B-B14F-4D97-AF65-F5344CB8AC3E}">
        <p14:creationId xmlns:p14="http://schemas.microsoft.com/office/powerpoint/2010/main" val="2643216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E2EED-588C-25DD-ADC0-FE271291AFD1}"/>
              </a:ext>
            </a:extLst>
          </p:cNvPr>
          <p:cNvSpPr>
            <a:spLocks noGrp="1"/>
          </p:cNvSpPr>
          <p:nvPr>
            <p:ph type="title"/>
          </p:nvPr>
        </p:nvSpPr>
        <p:spPr>
          <a:xfrm>
            <a:off x="438913" y="274212"/>
            <a:ext cx="4832802" cy="1828908"/>
          </a:xfrm>
        </p:spPr>
        <p:txBody>
          <a:bodyPr vert="horz" lIns="91440" tIns="45720" rIns="91440" bIns="45720" rtlCol="0" anchor="ctr">
            <a:normAutofit fontScale="90000"/>
          </a:bodyPr>
          <a:lstStyle/>
          <a:p>
            <a:r>
              <a:rPr lang="en-US" sz="3400" b="1" dirty="0"/>
              <a:t>Step 7: Profiling results</a:t>
            </a:r>
            <a:br>
              <a:rPr lang="en-US" sz="3400" b="1" dirty="0"/>
            </a:br>
            <a:r>
              <a:rPr lang="en-US" sz="3400" b="1" dirty="0"/>
              <a:t>Flame Graph and Data tab</a:t>
            </a:r>
            <a:br>
              <a:rPr lang="en-US" sz="3400" b="1" dirty="0"/>
            </a:br>
            <a:endParaRPr lang="en-US" sz="3400" b="1" dirty="0"/>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A graph of a number of lines&#10;&#10;AI-generated content may be incorrect.">
            <a:extLst>
              <a:ext uri="{FF2B5EF4-FFF2-40B4-BE49-F238E27FC236}">
                <a16:creationId xmlns:a16="http://schemas.microsoft.com/office/drawing/2014/main" id="{7F62B24B-48D9-8EA4-1D3F-F8A9DB49A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7" y="3465576"/>
            <a:ext cx="11625072" cy="302064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BDDD926E-0EBF-FB42-C1BA-DD543CD72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17" y="2401810"/>
            <a:ext cx="11625072" cy="1865375"/>
          </a:xfrm>
          <a:prstGeom prst="rect">
            <a:avLst/>
          </a:prstGeom>
        </p:spPr>
      </p:pic>
      <p:sp>
        <p:nvSpPr>
          <p:cNvPr id="9" name="TextBox 8">
            <a:extLst>
              <a:ext uri="{FF2B5EF4-FFF2-40B4-BE49-F238E27FC236}">
                <a16:creationId xmlns:a16="http://schemas.microsoft.com/office/drawing/2014/main" id="{0C86C632-0BFE-C12D-AD9E-298C36DFB051}"/>
              </a:ext>
            </a:extLst>
          </p:cNvPr>
          <p:cNvSpPr txBox="1"/>
          <p:nvPr/>
        </p:nvSpPr>
        <p:spPr>
          <a:xfrm>
            <a:off x="5582612" y="694268"/>
            <a:ext cx="5903503" cy="1335766"/>
          </a:xfrm>
          <a:prstGeom prst="rect">
            <a:avLst/>
          </a:prstGeom>
        </p:spPr>
        <p:txBody>
          <a:bodyPr vert="horz" lIns="91440" tIns="45720" rIns="91440" bIns="45720" rtlCol="0">
            <a:normAutofit/>
          </a:bodyPr>
          <a:lstStyle/>
          <a:p>
            <a:pPr>
              <a:lnSpc>
                <a:spcPct val="90000"/>
              </a:lnSpc>
              <a:spcAft>
                <a:spcPts val="600"/>
              </a:spcAft>
            </a:pPr>
            <a:r>
              <a:rPr lang="en-US" sz="2400" dirty="0"/>
              <a:t>Profiled repeated model execution to identify time-consuming functions and performance bottlenecks.</a:t>
            </a:r>
          </a:p>
        </p:txBody>
      </p:sp>
    </p:spTree>
    <p:extLst>
      <p:ext uri="{BB962C8B-B14F-4D97-AF65-F5344CB8AC3E}">
        <p14:creationId xmlns:p14="http://schemas.microsoft.com/office/powerpoint/2010/main" val="302678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DB841A-D44C-027E-FAC7-641CDA19B907}"/>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b="1" kern="1200" dirty="0">
                <a:solidFill>
                  <a:schemeClr val="tx1"/>
                </a:solidFill>
                <a:latin typeface="+mj-lt"/>
                <a:ea typeface="+mj-ea"/>
                <a:cs typeface="+mj-cs"/>
              </a:rPr>
              <a:t>Step 8: Runtime after Profiling</a:t>
            </a:r>
            <a:br>
              <a:rPr lang="en-US" sz="2800" b="1" kern="1200" dirty="0">
                <a:solidFill>
                  <a:schemeClr val="tx1"/>
                </a:solidFill>
                <a:latin typeface="+mj-lt"/>
                <a:ea typeface="+mj-ea"/>
                <a:cs typeface="+mj-cs"/>
              </a:rPr>
            </a:br>
            <a:endParaRPr lang="en-US" sz="2800" b="1" kern="1200" dirty="0">
              <a:solidFill>
                <a:schemeClr val="tx1"/>
              </a:solidFill>
              <a:latin typeface="+mj-lt"/>
              <a:ea typeface="+mj-ea"/>
              <a:cs typeface="+mj-cs"/>
            </a:endParaRPr>
          </a:p>
        </p:txBody>
      </p:sp>
      <p:sp>
        <p:nvSpPr>
          <p:cNvPr id="15" name="Rectangle: Rounded Corners 14">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48F5C215-3FBB-A343-FB55-B4C302360261}"/>
              </a:ext>
            </a:extLst>
          </p:cNvPr>
          <p:cNvSpPr txBox="1"/>
          <p:nvPr/>
        </p:nvSpPr>
        <p:spPr>
          <a:xfrm>
            <a:off x="2615738" y="1263807"/>
            <a:ext cx="6960524" cy="598516"/>
          </a:xfrm>
          <a:prstGeom prst="rect">
            <a:avLst/>
          </a:prstGeom>
        </p:spPr>
        <p:txBody>
          <a:bodyPr vert="horz" lIns="91440" tIns="45720" rIns="91440" bIns="45720" rtlCol="0" anchor="ctr">
            <a:normAutofit/>
          </a:bodyPr>
          <a:lstStyle/>
          <a:p>
            <a:pPr algn="ctr">
              <a:lnSpc>
                <a:spcPct val="90000"/>
              </a:lnSpc>
              <a:spcBef>
                <a:spcPts val="1000"/>
              </a:spcBef>
            </a:pPr>
            <a:r>
              <a:rPr lang="en-US" sz="2000" kern="1200" dirty="0">
                <a:solidFill>
                  <a:schemeClr val="bg1"/>
                </a:solidFill>
                <a:latin typeface="+mn-lt"/>
                <a:ea typeface="+mn-ea"/>
                <a:cs typeface="+mn-cs"/>
              </a:rPr>
              <a:t>Re-measured runtime after profiling for comparison.</a:t>
            </a:r>
          </a:p>
        </p:txBody>
      </p:sp>
      <p:pic>
        <p:nvPicPr>
          <p:cNvPr id="5" name="Content Placeholder 4" descr="A screenshot of a computer&#10;&#10;AI-generated content may be incorrect.">
            <a:extLst>
              <a:ext uri="{FF2B5EF4-FFF2-40B4-BE49-F238E27FC236}">
                <a16:creationId xmlns:a16="http://schemas.microsoft.com/office/drawing/2014/main" id="{528E49E7-D572-91B1-8F00-C952C2F16E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636" y="2139484"/>
            <a:ext cx="11300728" cy="4096512"/>
          </a:xfrm>
          <a:prstGeom prst="rect">
            <a:avLst/>
          </a:prstGeom>
        </p:spPr>
      </p:pic>
    </p:spTree>
    <p:extLst>
      <p:ext uri="{BB962C8B-B14F-4D97-AF65-F5344CB8AC3E}">
        <p14:creationId xmlns:p14="http://schemas.microsoft.com/office/powerpoint/2010/main" val="1430416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BC7545-4E5C-1245-E295-DF70E0F0E197}"/>
              </a:ext>
            </a:extLst>
          </p:cNvPr>
          <p:cNvSpPr>
            <a:spLocks noGrp="1"/>
          </p:cNvSpPr>
          <p:nvPr>
            <p:ph type="title"/>
          </p:nvPr>
        </p:nvSpPr>
        <p:spPr>
          <a:xfrm>
            <a:off x="1383564" y="348865"/>
            <a:ext cx="9718111" cy="1576446"/>
          </a:xfrm>
        </p:spPr>
        <p:txBody>
          <a:bodyPr anchor="ctr">
            <a:normAutofit/>
          </a:bodyPr>
          <a:lstStyle/>
          <a:p>
            <a:r>
              <a:rPr lang="en-IN" sz="4000" b="1" dirty="0">
                <a:solidFill>
                  <a:srgbClr val="FFFFFF"/>
                </a:solidFill>
              </a:rPr>
              <a:t>Runtime Comparison: </a:t>
            </a:r>
            <a:br>
              <a:rPr lang="en-IN" sz="4000" b="1" dirty="0">
                <a:solidFill>
                  <a:srgbClr val="FFFFFF"/>
                </a:solidFill>
              </a:rPr>
            </a:br>
            <a:r>
              <a:rPr lang="en-IN" sz="4000" b="1" dirty="0" err="1">
                <a:solidFill>
                  <a:srgbClr val="FFFFFF"/>
                </a:solidFill>
              </a:rPr>
              <a:t>read.csv</a:t>
            </a:r>
            <a:r>
              <a:rPr lang="en-IN" sz="4000" b="1" dirty="0">
                <a:solidFill>
                  <a:srgbClr val="FFFFFF"/>
                </a:solidFill>
              </a:rPr>
              <a:t> vs </a:t>
            </a:r>
            <a:r>
              <a:rPr lang="en-IN" sz="4000" b="1" dirty="0" err="1">
                <a:solidFill>
                  <a:srgbClr val="FFFFFF"/>
                </a:solidFill>
              </a:rPr>
              <a:t>fread</a:t>
            </a:r>
            <a:endParaRPr lang="en-US" sz="4000" b="1" dirty="0">
              <a:solidFill>
                <a:srgbClr val="FFFFFF"/>
              </a:solidFill>
            </a:endParaRPr>
          </a:p>
        </p:txBody>
      </p:sp>
      <p:graphicFrame>
        <p:nvGraphicFramePr>
          <p:cNvPr id="6" name="Rectangle 1">
            <a:extLst>
              <a:ext uri="{FF2B5EF4-FFF2-40B4-BE49-F238E27FC236}">
                <a16:creationId xmlns:a16="http://schemas.microsoft.com/office/drawing/2014/main" id="{9EC3AEDD-1758-42A6-F376-E90C60C28247}"/>
              </a:ext>
            </a:extLst>
          </p:cNvPr>
          <p:cNvGraphicFramePr>
            <a:graphicFrameLocks noGrp="1"/>
          </p:cNvGraphicFramePr>
          <p:nvPr>
            <p:ph idx="1"/>
            <p:extLst>
              <p:ext uri="{D42A27DB-BD31-4B8C-83A1-F6EECF244321}">
                <p14:modId xmlns:p14="http://schemas.microsoft.com/office/powerpoint/2010/main" val="361685747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648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B80D6D-92E9-B125-7936-989A7FED7D04}"/>
              </a:ext>
            </a:extLst>
          </p:cNvPr>
          <p:cNvSpPr>
            <a:spLocks noGrp="1"/>
          </p:cNvSpPr>
          <p:nvPr>
            <p:ph type="title"/>
          </p:nvPr>
        </p:nvSpPr>
        <p:spPr>
          <a:xfrm>
            <a:off x="1383564" y="348865"/>
            <a:ext cx="9718111" cy="1576446"/>
          </a:xfrm>
        </p:spPr>
        <p:txBody>
          <a:bodyPr anchor="ctr">
            <a:normAutofit/>
          </a:bodyPr>
          <a:lstStyle/>
          <a:p>
            <a:r>
              <a:rPr lang="en-US" sz="4000" b="1" dirty="0">
                <a:solidFill>
                  <a:srgbClr val="FFFFFF"/>
                </a:solidFill>
              </a:rPr>
              <a:t>Conclusion :</a:t>
            </a:r>
          </a:p>
        </p:txBody>
      </p:sp>
      <p:graphicFrame>
        <p:nvGraphicFramePr>
          <p:cNvPr id="6" name="Content Placeholder 3">
            <a:extLst>
              <a:ext uri="{FF2B5EF4-FFF2-40B4-BE49-F238E27FC236}">
                <a16:creationId xmlns:a16="http://schemas.microsoft.com/office/drawing/2014/main" id="{6D7682C6-0223-B6C5-377F-40003E84F459}"/>
              </a:ext>
            </a:extLst>
          </p:cNvPr>
          <p:cNvGraphicFramePr>
            <a:graphicFrameLocks noGrp="1"/>
          </p:cNvGraphicFramePr>
          <p:nvPr>
            <p:ph idx="1"/>
            <p:extLst>
              <p:ext uri="{D42A27DB-BD31-4B8C-83A1-F6EECF244321}">
                <p14:modId xmlns:p14="http://schemas.microsoft.com/office/powerpoint/2010/main" val="178776636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7056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24D3E97-0049-BE15-BDD5-CCD94234926C}"/>
              </a:ext>
            </a:extLst>
          </p:cNvPr>
          <p:cNvSpPr>
            <a:spLocks noGrp="1"/>
          </p:cNvSpPr>
          <p:nvPr>
            <p:ph type="title"/>
          </p:nvPr>
        </p:nvSpPr>
        <p:spPr>
          <a:xfrm>
            <a:off x="838200" y="713312"/>
            <a:ext cx="4038600" cy="5431376"/>
          </a:xfrm>
        </p:spPr>
        <p:txBody>
          <a:bodyPr>
            <a:normAutofit/>
          </a:bodyPr>
          <a:lstStyle/>
          <a:p>
            <a:r>
              <a:rPr lang="en-IN">
                <a:latin typeface="Times New Roman" panose="02020603050405020304" pitchFamily="18" charset="0"/>
                <a:cs typeface="Times New Roman" panose="02020603050405020304" pitchFamily="18" charset="0"/>
              </a:rPr>
              <a:t>Data Sources</a:t>
            </a:r>
            <a:endParaRPr lang="en-US">
              <a:latin typeface="Times New Roman" panose="02020603050405020304" pitchFamily="18" charset="0"/>
              <a:cs typeface="Times New Roman" panose="02020603050405020304" pitchFamily="18" charset="0"/>
            </a:endParaRPr>
          </a:p>
        </p:txBody>
      </p:sp>
      <p:sp>
        <p:nvSpPr>
          <p:cNvPr id="21" name="Content Placeholder 2">
            <a:extLst>
              <a:ext uri="{FF2B5EF4-FFF2-40B4-BE49-F238E27FC236}">
                <a16:creationId xmlns:a16="http://schemas.microsoft.com/office/drawing/2014/main" id="{E2DFCE57-E85D-BFD2-5375-76A4C01ADB0E}"/>
              </a:ext>
            </a:extLst>
          </p:cNvPr>
          <p:cNvSpPr>
            <a:spLocks noGrp="1"/>
          </p:cNvSpPr>
          <p:nvPr>
            <p:ph idx="1"/>
          </p:nvPr>
        </p:nvSpPr>
        <p:spPr>
          <a:xfrm>
            <a:off x="5384801" y="713313"/>
            <a:ext cx="5969000" cy="5431375"/>
          </a:xfrm>
        </p:spPr>
        <p:txBody>
          <a:bodyPr anchor="ctr">
            <a:normAutofit/>
          </a:bodyPr>
          <a:lstStyle/>
          <a:p>
            <a:pPr marL="457200" indent="-457200">
              <a:buFont typeface="+mj-lt"/>
              <a:buAutoNum type="arabicPeriod"/>
            </a:pPr>
            <a:r>
              <a:rPr lang="en-IN" sz="2000" b="1" dirty="0">
                <a:latin typeface="Calibri" panose="020F0502020204030204" pitchFamily="34" charset="0"/>
                <a:cs typeface="Calibri" panose="020F0502020204030204" pitchFamily="34" charset="0"/>
              </a:rPr>
              <a:t>National Cancer Institute (NCI) – State Cancer Profiles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incidence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2"/>
              </a:rPr>
              <a:t>https://statecancerprofiles.cancer.gov/incidencerates/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err="1">
                <a:latin typeface="Calibri" panose="020F0502020204030204" pitchFamily="34" charset="0"/>
                <a:cs typeface="Calibri" panose="020F0502020204030204" pitchFamily="34" charset="0"/>
              </a:rPr>
              <a:t>Centers</a:t>
            </a:r>
            <a:r>
              <a:rPr lang="en-IN" sz="2000" b="1" dirty="0">
                <a:latin typeface="Calibri" panose="020F0502020204030204" pitchFamily="34" charset="0"/>
                <a:cs typeface="Calibri" panose="020F0502020204030204" pitchFamily="34" charset="0"/>
              </a:rPr>
              <a:t> for Disease Control and Prevention (CDC)</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Lung cancer mortality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3"/>
              </a:rPr>
              <a:t>https://statecancerprofiles.cancer.gov/deathrates/</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r>
              <a:rPr lang="en-IN" sz="2000" b="1" dirty="0">
                <a:latin typeface="Calibri" panose="020F0502020204030204" pitchFamily="34" charset="0"/>
                <a:cs typeface="Calibri" panose="020F0502020204030204" pitchFamily="34" charset="0"/>
              </a:rPr>
              <a:t>CDC-supported Risk Indicator Data</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rPr>
              <a:t>Smoking and </a:t>
            </a:r>
            <a:r>
              <a:rPr lang="en-IN" sz="2000" dirty="0" err="1">
                <a:latin typeface="Calibri" panose="020F0502020204030204" pitchFamily="34" charset="0"/>
                <a:cs typeface="Calibri" panose="020F0502020204030204" pitchFamily="34" charset="0"/>
              </a:rPr>
              <a:t>behavioral</a:t>
            </a:r>
            <a:r>
              <a:rPr lang="en-IN" sz="2000" dirty="0">
                <a:latin typeface="Calibri" panose="020F0502020204030204" pitchFamily="34" charset="0"/>
                <a:cs typeface="Calibri" panose="020F0502020204030204" pitchFamily="34" charset="0"/>
              </a:rPr>
              <a:t> risk indicators</a:t>
            </a:r>
            <a:br>
              <a:rPr lang="en-IN" sz="2000" dirty="0">
                <a:latin typeface="Calibri" panose="020F0502020204030204" pitchFamily="34" charset="0"/>
                <a:cs typeface="Calibri" panose="020F0502020204030204" pitchFamily="34" charset="0"/>
              </a:rPr>
            </a:br>
            <a:r>
              <a:rPr lang="en-IN" sz="2000" dirty="0">
                <a:latin typeface="Calibri" panose="020F0502020204030204" pitchFamily="34" charset="0"/>
                <a:cs typeface="Calibri" panose="020F0502020204030204" pitchFamily="34" charset="0"/>
                <a:hlinkClick r:id="rId4"/>
              </a:rPr>
              <a:t>https://statecancerprofiles.cancer.gov/risk/</a:t>
            </a: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endParaRPr lang="en-IN" sz="2000" dirty="0">
              <a:latin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cs typeface="Calibri" panose="020F0502020204030204" pitchFamily="34" charset="0"/>
              </a:rPr>
              <a:t>All datasets were downloaded in </a:t>
            </a:r>
            <a:r>
              <a:rPr lang="en-IN" sz="2000" b="1" dirty="0">
                <a:latin typeface="Calibri" panose="020F0502020204030204" pitchFamily="34" charset="0"/>
                <a:cs typeface="Calibri" panose="020F0502020204030204" pitchFamily="34" charset="0"/>
              </a:rPr>
              <a:t>CSV (.csv) format</a:t>
            </a:r>
            <a:endParaRPr lang="en-IN" sz="2000" dirty="0">
              <a:latin typeface="Calibri" panose="020F0502020204030204" pitchFamily="34" charset="0"/>
              <a:cs typeface="Calibri" panose="020F0502020204030204" pitchFamily="34" charset="0"/>
            </a:endParaRPr>
          </a:p>
          <a:p>
            <a:pPr marL="457200" indent="-457200">
              <a:buFont typeface="+mj-lt"/>
              <a:buAutoNum type="arabicPeriod"/>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0461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3176</TotalTime>
  <Words>860</Words>
  <Application>Microsoft Macintosh PowerPoint</Application>
  <PresentationFormat>Widescreen</PresentationFormat>
  <Paragraphs>102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Times New Roman</vt:lpstr>
      <vt:lpstr>Office Theme</vt:lpstr>
      <vt:lpstr>Analysis of Lung Cancer Incidence, Mortality and Risk Factors in the  United States  </vt:lpstr>
      <vt:lpstr>HDS 5230-05 High Performance Computing and  Health Artificial Intelligence Instructor : Prof . Bahareh Rahmani  Group : 03  </vt:lpstr>
      <vt:lpstr>Table of Contents</vt:lpstr>
      <vt:lpstr>Project Definition</vt:lpstr>
      <vt:lpstr>Data Definition</vt:lpstr>
      <vt:lpstr>Data Description</vt:lpstr>
      <vt:lpstr>Data Collection Method</vt:lpstr>
      <vt:lpstr>Unit of Observation and Data Coverage</vt:lpstr>
      <vt:lpstr>Data Attributes</vt:lpstr>
      <vt:lpstr>Data Format</vt:lpstr>
      <vt:lpstr>REGRESSION PROFILING</vt:lpstr>
      <vt:lpstr>Step 1: Data Loading</vt:lpstr>
      <vt:lpstr>Step 2:  Rename Columns</vt:lpstr>
      <vt:lpstr>Step 3:  Feature selection + cleaning</vt:lpstr>
      <vt:lpstr>Step 4:  Linear regression results</vt:lpstr>
      <vt:lpstr>Step 5: Runtime before profiling</vt:lpstr>
      <vt:lpstr>Step 6: Feature importance </vt:lpstr>
      <vt:lpstr>Step 7: Profiling results Flame Graph and Data tab </vt:lpstr>
      <vt:lpstr>Step 8: Runtime after Profiling </vt:lpstr>
      <vt:lpstr>Runtime Comparison:  read.csv vs fread</vt:lpstr>
      <vt:lpstr>Conclusion :</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Shrestha</dc:creator>
  <cp:lastModifiedBy>Jijol Onesimos Pala</cp:lastModifiedBy>
  <cp:revision>16</cp:revision>
  <dcterms:created xsi:type="dcterms:W3CDTF">2026-01-22T23:48:36Z</dcterms:created>
  <dcterms:modified xsi:type="dcterms:W3CDTF">2026-02-10T00:50:32Z</dcterms:modified>
</cp:coreProperties>
</file>