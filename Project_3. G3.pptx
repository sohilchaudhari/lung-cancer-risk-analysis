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5" r:id="rId3"/>
    <p:sldId id="257" r:id="rId4"/>
    <p:sldId id="258" r:id="rId5"/>
    <p:sldId id="266" r:id="rId6"/>
    <p:sldId id="268" r:id="rId7"/>
    <p:sldId id="267" r:id="rId8"/>
    <p:sldId id="269" r:id="rId9"/>
    <p:sldId id="270" r:id="rId10"/>
    <p:sldId id="271" r:id="rId11"/>
    <p:sldId id="278" r:id="rId12"/>
    <p:sldId id="273" r:id="rId13"/>
    <p:sldId id="274" r:id="rId14"/>
    <p:sldId id="275" r:id="rId15"/>
    <p:sldId id="276" r:id="rId16"/>
    <p:sldId id="277" r:id="rId17"/>
    <p:sldId id="279" r:id="rId18"/>
    <p:sldId id="280" r:id="rId19"/>
    <p:sldId id="281" r:id="rId20"/>
    <p:sldId id="283" r:id="rId21"/>
    <p:sldId id="282" r:id="rId22"/>
    <p:sldId id="284" r:id="rId23"/>
    <p:sldId id="285" r:id="rId24"/>
    <p:sldId id="286" r:id="rId25"/>
    <p:sldId id="287" r:id="rId26"/>
    <p:sldId id="292" r:id="rId27"/>
    <p:sldId id="288" r:id="rId28"/>
    <p:sldId id="289" r:id="rId29"/>
    <p:sldId id="290" r:id="rId30"/>
    <p:sldId id="291" r:id="rId31"/>
    <p:sldId id="293" r:id="rId32"/>
    <p:sldId id="294" r:id="rId33"/>
    <p:sldId id="295" r:id="rId34"/>
    <p:sldId id="296" r:id="rId35"/>
    <p:sldId id="297" r:id="rId36"/>
    <p:sldId id="27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68" autoAdjust="0"/>
    <p:restoredTop sz="94349"/>
  </p:normalViewPr>
  <p:slideViewPr>
    <p:cSldViewPr snapToGrid="0">
      <p:cViewPr varScale="1">
        <p:scale>
          <a:sx n="61" d="100"/>
          <a:sy n="61" d="100"/>
        </p:scale>
        <p:origin x="248" y="1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EB1B9-5016-46C1-A278-23E17D486B2E}"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63CE8415-6829-42D8-912D-DDC6E491838B}">
      <dgm:prSet/>
      <dgm:spPr/>
      <dgm:t>
        <a:bodyPr/>
        <a:lstStyle/>
        <a:p>
          <a:r>
            <a:rPr lang="en-US" b="0" i="0" baseline="0" dirty="0">
              <a:latin typeface="Times New Roman" panose="02020603050405020304" pitchFamily="18" charset="0"/>
              <a:cs typeface="Times New Roman" panose="02020603050405020304" pitchFamily="18" charset="0"/>
            </a:rPr>
            <a:t>Project Definition</a:t>
          </a:r>
          <a:endParaRPr lang="en-US" b="0" dirty="0">
            <a:latin typeface="Times New Roman" panose="02020603050405020304" pitchFamily="18" charset="0"/>
            <a:cs typeface="Times New Roman" panose="02020603050405020304" pitchFamily="18" charset="0"/>
          </a:endParaRPr>
        </a:p>
      </dgm:t>
    </dgm:pt>
    <dgm:pt modelId="{B682CBD7-9BCE-4CC5-9876-0AAD1853E66C}" type="parTrans" cxnId="{02A2ABD4-FEC4-4CAD-98E4-C41DBFC66B83}">
      <dgm:prSet/>
      <dgm:spPr/>
      <dgm:t>
        <a:bodyPr/>
        <a:lstStyle/>
        <a:p>
          <a:endParaRPr lang="en-US" b="0">
            <a:latin typeface="Times New Roman" panose="02020603050405020304" pitchFamily="18" charset="0"/>
            <a:cs typeface="Times New Roman" panose="02020603050405020304" pitchFamily="18" charset="0"/>
          </a:endParaRPr>
        </a:p>
      </dgm:t>
    </dgm:pt>
    <dgm:pt modelId="{DDD3C43C-6BAD-4CF4-B6AB-22C7AA49188D}" type="sibTrans" cxnId="{02A2ABD4-FEC4-4CAD-98E4-C41DBFC66B83}">
      <dgm:prSet/>
      <dgm:spPr/>
      <dgm:t>
        <a:bodyPr/>
        <a:lstStyle/>
        <a:p>
          <a:endParaRPr lang="en-US" b="0">
            <a:latin typeface="Times New Roman" panose="02020603050405020304" pitchFamily="18" charset="0"/>
            <a:cs typeface="Times New Roman" panose="02020603050405020304" pitchFamily="18" charset="0"/>
          </a:endParaRPr>
        </a:p>
      </dgm:t>
    </dgm:pt>
    <dgm:pt modelId="{271EE43F-C7D7-4E04-B78C-D1A4FE6CFA1C}">
      <dgm:prSet/>
      <dgm:spPr/>
      <dgm:t>
        <a:bodyPr/>
        <a:lstStyle/>
        <a:p>
          <a:r>
            <a:rPr lang="en-US" b="0" i="0" baseline="0" dirty="0">
              <a:latin typeface="Times New Roman" panose="02020603050405020304" pitchFamily="18" charset="0"/>
              <a:cs typeface="Times New Roman" panose="02020603050405020304" pitchFamily="18" charset="0"/>
            </a:rPr>
            <a:t>Data Definition</a:t>
          </a:r>
          <a:endParaRPr lang="en-US" b="0" dirty="0">
            <a:latin typeface="Times New Roman" panose="02020603050405020304" pitchFamily="18" charset="0"/>
            <a:cs typeface="Times New Roman" panose="02020603050405020304" pitchFamily="18" charset="0"/>
          </a:endParaRPr>
        </a:p>
      </dgm:t>
    </dgm:pt>
    <dgm:pt modelId="{8B763E3C-A18B-479B-8E38-3B3A739E33C9}" type="parTrans" cxnId="{8EF87CDA-B971-44C2-8AFC-31CD400BE93D}">
      <dgm:prSet/>
      <dgm:spPr/>
      <dgm:t>
        <a:bodyPr/>
        <a:lstStyle/>
        <a:p>
          <a:endParaRPr lang="en-US" b="0">
            <a:latin typeface="Times New Roman" panose="02020603050405020304" pitchFamily="18" charset="0"/>
            <a:cs typeface="Times New Roman" panose="02020603050405020304" pitchFamily="18" charset="0"/>
          </a:endParaRPr>
        </a:p>
      </dgm:t>
    </dgm:pt>
    <dgm:pt modelId="{2047B94D-CE2C-40F1-B7FA-BBA9236E622C}" type="sibTrans" cxnId="{8EF87CDA-B971-44C2-8AFC-31CD400BE93D}">
      <dgm:prSet/>
      <dgm:spPr/>
      <dgm:t>
        <a:bodyPr/>
        <a:lstStyle/>
        <a:p>
          <a:endParaRPr lang="en-US" b="0">
            <a:latin typeface="Times New Roman" panose="02020603050405020304" pitchFamily="18" charset="0"/>
            <a:cs typeface="Times New Roman" panose="02020603050405020304" pitchFamily="18" charset="0"/>
          </a:endParaRPr>
        </a:p>
      </dgm:t>
    </dgm:pt>
    <dgm:pt modelId="{1315F565-5CC0-4792-AB11-FB7169D187D0}">
      <dgm:prSet/>
      <dgm:spPr/>
      <dgm:t>
        <a:bodyPr/>
        <a:lstStyle/>
        <a:p>
          <a:r>
            <a:rPr lang="en-US" b="0" i="0" baseline="0" dirty="0">
              <a:latin typeface="Times New Roman" panose="02020603050405020304" pitchFamily="18" charset="0"/>
              <a:cs typeface="Times New Roman" panose="02020603050405020304" pitchFamily="18" charset="0"/>
            </a:rPr>
            <a:t>Data Sources</a:t>
          </a:r>
          <a:endParaRPr lang="en-US" b="0" dirty="0">
            <a:latin typeface="Times New Roman" panose="02020603050405020304" pitchFamily="18" charset="0"/>
            <a:cs typeface="Times New Roman" panose="02020603050405020304" pitchFamily="18" charset="0"/>
          </a:endParaRPr>
        </a:p>
      </dgm:t>
    </dgm:pt>
    <dgm:pt modelId="{FEB46A94-449D-4359-81A0-2CA9947B60DA}" type="parTrans" cxnId="{477A83AE-034F-4FF6-8A6C-19C2E6D41BA7}">
      <dgm:prSet/>
      <dgm:spPr/>
      <dgm:t>
        <a:bodyPr/>
        <a:lstStyle/>
        <a:p>
          <a:endParaRPr lang="en-US" b="0">
            <a:latin typeface="Times New Roman" panose="02020603050405020304" pitchFamily="18" charset="0"/>
            <a:cs typeface="Times New Roman" panose="02020603050405020304" pitchFamily="18" charset="0"/>
          </a:endParaRPr>
        </a:p>
      </dgm:t>
    </dgm:pt>
    <dgm:pt modelId="{5AA0912C-7CB7-429F-ACCF-CBE749B6B542}" type="sibTrans" cxnId="{477A83AE-034F-4FF6-8A6C-19C2E6D41BA7}">
      <dgm:prSet/>
      <dgm:spPr/>
      <dgm:t>
        <a:bodyPr/>
        <a:lstStyle/>
        <a:p>
          <a:endParaRPr lang="en-US" b="0">
            <a:latin typeface="Times New Roman" panose="02020603050405020304" pitchFamily="18" charset="0"/>
            <a:cs typeface="Times New Roman" panose="02020603050405020304" pitchFamily="18" charset="0"/>
          </a:endParaRPr>
        </a:p>
      </dgm:t>
    </dgm:pt>
    <dgm:pt modelId="{EA43B5A8-33A4-449B-8E21-5A12072414D2}">
      <dgm:prSet/>
      <dgm:spPr/>
      <dgm:t>
        <a:bodyPr/>
        <a:lstStyle/>
        <a:p>
          <a:r>
            <a:rPr lang="en-US" b="0" i="0" baseline="0">
              <a:latin typeface="Times New Roman" panose="02020603050405020304" pitchFamily="18" charset="0"/>
              <a:cs typeface="Times New Roman" panose="02020603050405020304" pitchFamily="18" charset="0"/>
            </a:rPr>
            <a:t>Data Collection</a:t>
          </a:r>
          <a:endParaRPr lang="en-US" b="0">
            <a:latin typeface="Times New Roman" panose="02020603050405020304" pitchFamily="18" charset="0"/>
            <a:cs typeface="Times New Roman" panose="02020603050405020304" pitchFamily="18" charset="0"/>
          </a:endParaRPr>
        </a:p>
      </dgm:t>
    </dgm:pt>
    <dgm:pt modelId="{9D52B411-B2CA-4B20-B31F-0DB44959B3A8}" type="parTrans" cxnId="{E2D6CEE1-D5F5-43F5-AE79-7AD1A2D679C9}">
      <dgm:prSet/>
      <dgm:spPr/>
      <dgm:t>
        <a:bodyPr/>
        <a:lstStyle/>
        <a:p>
          <a:endParaRPr lang="en-US" b="0">
            <a:latin typeface="Times New Roman" panose="02020603050405020304" pitchFamily="18" charset="0"/>
            <a:cs typeface="Times New Roman" panose="02020603050405020304" pitchFamily="18" charset="0"/>
          </a:endParaRPr>
        </a:p>
      </dgm:t>
    </dgm:pt>
    <dgm:pt modelId="{D16CDFD3-9B7B-4939-929B-B925FE6E36AB}" type="sibTrans" cxnId="{E2D6CEE1-D5F5-43F5-AE79-7AD1A2D679C9}">
      <dgm:prSet/>
      <dgm:spPr/>
      <dgm:t>
        <a:bodyPr/>
        <a:lstStyle/>
        <a:p>
          <a:endParaRPr lang="en-US" b="0">
            <a:latin typeface="Times New Roman" panose="02020603050405020304" pitchFamily="18" charset="0"/>
            <a:cs typeface="Times New Roman" panose="02020603050405020304" pitchFamily="18" charset="0"/>
          </a:endParaRPr>
        </a:p>
      </dgm:t>
    </dgm:pt>
    <dgm:pt modelId="{A6FA0530-724C-45B9-ACAF-E8A1AD790A82}">
      <dgm:prSet/>
      <dgm:spPr/>
      <dgm:t>
        <a:bodyPr/>
        <a:lstStyle/>
        <a:p>
          <a:r>
            <a:rPr lang="en-US" b="0" i="0" baseline="0">
              <a:latin typeface="Times New Roman" panose="02020603050405020304" pitchFamily="18" charset="0"/>
              <a:cs typeface="Times New Roman" panose="02020603050405020304" pitchFamily="18" charset="0"/>
            </a:rPr>
            <a:t>Data Description</a:t>
          </a:r>
          <a:endParaRPr lang="en-US" b="0">
            <a:latin typeface="Times New Roman" panose="02020603050405020304" pitchFamily="18" charset="0"/>
            <a:cs typeface="Times New Roman" panose="02020603050405020304" pitchFamily="18" charset="0"/>
          </a:endParaRPr>
        </a:p>
      </dgm:t>
    </dgm:pt>
    <dgm:pt modelId="{E662387C-D8FA-4C59-A88E-D7A9C7F313E8}" type="parTrans" cxnId="{069EB8FE-903D-4432-801C-2827C1940707}">
      <dgm:prSet/>
      <dgm:spPr/>
      <dgm:t>
        <a:bodyPr/>
        <a:lstStyle/>
        <a:p>
          <a:endParaRPr lang="en-US" b="0">
            <a:latin typeface="Times New Roman" panose="02020603050405020304" pitchFamily="18" charset="0"/>
            <a:cs typeface="Times New Roman" panose="02020603050405020304" pitchFamily="18" charset="0"/>
          </a:endParaRPr>
        </a:p>
      </dgm:t>
    </dgm:pt>
    <dgm:pt modelId="{311E5C82-21AA-44B2-B5F2-5A8268A31D59}" type="sibTrans" cxnId="{069EB8FE-903D-4432-801C-2827C1940707}">
      <dgm:prSet/>
      <dgm:spPr/>
      <dgm:t>
        <a:bodyPr/>
        <a:lstStyle/>
        <a:p>
          <a:endParaRPr lang="en-US" b="0">
            <a:latin typeface="Times New Roman" panose="02020603050405020304" pitchFamily="18" charset="0"/>
            <a:cs typeface="Times New Roman" panose="02020603050405020304" pitchFamily="18" charset="0"/>
          </a:endParaRPr>
        </a:p>
      </dgm:t>
    </dgm:pt>
    <dgm:pt modelId="{E4E0BF8B-A93F-4A5E-A97A-64E149166B70}">
      <dgm:prSet/>
      <dgm:spPr/>
      <dgm:t>
        <a:bodyPr/>
        <a:lstStyle/>
        <a:p>
          <a:r>
            <a:rPr lang="en-US" b="0" i="0" baseline="0">
              <a:latin typeface="Times New Roman" panose="02020603050405020304" pitchFamily="18" charset="0"/>
              <a:cs typeface="Times New Roman" panose="02020603050405020304" pitchFamily="18" charset="0"/>
            </a:rPr>
            <a:t>Data Attributes</a:t>
          </a:r>
          <a:endParaRPr lang="en-US" b="0">
            <a:latin typeface="Times New Roman" panose="02020603050405020304" pitchFamily="18" charset="0"/>
            <a:cs typeface="Times New Roman" panose="02020603050405020304" pitchFamily="18" charset="0"/>
          </a:endParaRPr>
        </a:p>
      </dgm:t>
    </dgm:pt>
    <dgm:pt modelId="{2B439125-910E-4C8E-ABD8-DEC00AC31075}" type="parTrans" cxnId="{7418B54B-E41B-4392-B4CE-19D6E5FE9717}">
      <dgm:prSet/>
      <dgm:spPr/>
      <dgm:t>
        <a:bodyPr/>
        <a:lstStyle/>
        <a:p>
          <a:endParaRPr lang="en-US" b="0">
            <a:latin typeface="Times New Roman" panose="02020603050405020304" pitchFamily="18" charset="0"/>
            <a:cs typeface="Times New Roman" panose="02020603050405020304" pitchFamily="18" charset="0"/>
          </a:endParaRPr>
        </a:p>
      </dgm:t>
    </dgm:pt>
    <dgm:pt modelId="{5AFF3EC1-6159-4138-B41A-BDB05AA15DEA}" type="sibTrans" cxnId="{7418B54B-E41B-4392-B4CE-19D6E5FE9717}">
      <dgm:prSet/>
      <dgm:spPr/>
      <dgm:t>
        <a:bodyPr/>
        <a:lstStyle/>
        <a:p>
          <a:endParaRPr lang="en-US" b="0">
            <a:latin typeface="Times New Roman" panose="02020603050405020304" pitchFamily="18" charset="0"/>
            <a:cs typeface="Times New Roman" panose="02020603050405020304" pitchFamily="18" charset="0"/>
          </a:endParaRPr>
        </a:p>
      </dgm:t>
    </dgm:pt>
    <dgm:pt modelId="{24221E36-0739-FA48-8D1C-0C3328239AC9}">
      <dgm:prSet/>
      <dgm:spPr/>
      <dgm:t>
        <a:bodyPr/>
        <a:lstStyle/>
        <a:p>
          <a:pPr>
            <a:buNone/>
          </a:pPr>
          <a:r>
            <a:rPr lang="en-IN" b="0">
              <a:latin typeface="Times New Roman" panose="02020603050405020304" pitchFamily="18" charset="0"/>
              <a:cs typeface="Times New Roman" panose="02020603050405020304" pitchFamily="18" charset="0"/>
            </a:rPr>
            <a:t>Regression Profiling</a:t>
          </a:r>
        </a:p>
      </dgm:t>
    </dgm:pt>
    <dgm:pt modelId="{328C8528-4507-584E-8C07-CEE7771CD9B7}" type="parTrans" cxnId="{B3A37EF7-9CDD-2741-8343-6C9FDF474E07}">
      <dgm:prSet/>
      <dgm:spPr/>
      <dgm:t>
        <a:bodyPr/>
        <a:lstStyle/>
        <a:p>
          <a:endParaRPr lang="en-GB" b="0">
            <a:latin typeface="Times New Roman" panose="02020603050405020304" pitchFamily="18" charset="0"/>
            <a:cs typeface="Times New Roman" panose="02020603050405020304" pitchFamily="18" charset="0"/>
          </a:endParaRPr>
        </a:p>
      </dgm:t>
    </dgm:pt>
    <dgm:pt modelId="{D39B4A75-8049-B94B-A134-9680DDB1F2BA}" type="sibTrans" cxnId="{B3A37EF7-9CDD-2741-8343-6C9FDF474E07}">
      <dgm:prSet/>
      <dgm:spPr/>
      <dgm:t>
        <a:bodyPr/>
        <a:lstStyle/>
        <a:p>
          <a:endParaRPr lang="en-GB" b="0">
            <a:latin typeface="Times New Roman" panose="02020603050405020304" pitchFamily="18" charset="0"/>
            <a:cs typeface="Times New Roman" panose="02020603050405020304" pitchFamily="18" charset="0"/>
          </a:endParaRPr>
        </a:p>
      </dgm:t>
    </dgm:pt>
    <dgm:pt modelId="{D10B6D1D-DC85-5D40-A2A1-5582FD802E1D}">
      <dgm:prSet/>
      <dgm:spPr/>
      <dgm:t>
        <a:bodyPr/>
        <a:lstStyle/>
        <a:p>
          <a:pPr>
            <a:buNone/>
          </a:pPr>
          <a:r>
            <a:rPr lang="en-IN" b="0">
              <a:latin typeface="Times New Roman" panose="02020603050405020304" pitchFamily="18" charset="0"/>
              <a:cs typeface="Times New Roman" panose="02020603050405020304" pitchFamily="18" charset="0"/>
            </a:rPr>
            <a:t>Performance Comparison</a:t>
          </a:r>
        </a:p>
      </dgm:t>
    </dgm:pt>
    <dgm:pt modelId="{E16010D6-5FAC-5A44-A02A-8C74E5533538}" type="parTrans" cxnId="{8EB7583B-58C8-594D-8941-5FC747F3D7B8}">
      <dgm:prSet/>
      <dgm:spPr/>
      <dgm:t>
        <a:bodyPr/>
        <a:lstStyle/>
        <a:p>
          <a:endParaRPr lang="en-GB" b="0">
            <a:latin typeface="Times New Roman" panose="02020603050405020304" pitchFamily="18" charset="0"/>
            <a:cs typeface="Times New Roman" panose="02020603050405020304" pitchFamily="18" charset="0"/>
          </a:endParaRPr>
        </a:p>
      </dgm:t>
    </dgm:pt>
    <dgm:pt modelId="{BF95328B-6A94-AD49-A0CA-460EB51CD3A7}" type="sibTrans" cxnId="{8EB7583B-58C8-594D-8941-5FC747F3D7B8}">
      <dgm:prSet/>
      <dgm:spPr/>
      <dgm:t>
        <a:bodyPr/>
        <a:lstStyle/>
        <a:p>
          <a:endParaRPr lang="en-GB" b="0">
            <a:latin typeface="Times New Roman" panose="02020603050405020304" pitchFamily="18" charset="0"/>
            <a:cs typeface="Times New Roman" panose="02020603050405020304" pitchFamily="18" charset="0"/>
          </a:endParaRPr>
        </a:p>
      </dgm:t>
    </dgm:pt>
    <dgm:pt modelId="{56E2A3C0-902C-AB45-96EF-0CD65525A67C}" type="pres">
      <dgm:prSet presAssocID="{633EB1B9-5016-46C1-A278-23E17D486B2E}" presName="vert0" presStyleCnt="0">
        <dgm:presLayoutVars>
          <dgm:dir/>
          <dgm:animOne val="branch"/>
          <dgm:animLvl val="lvl"/>
        </dgm:presLayoutVars>
      </dgm:prSet>
      <dgm:spPr/>
    </dgm:pt>
    <dgm:pt modelId="{85E5819C-3A3A-3C4D-94D8-BD0A80CEDD64}" type="pres">
      <dgm:prSet presAssocID="{63CE8415-6829-42D8-912D-DDC6E491838B}" presName="thickLine" presStyleLbl="alignNode1" presStyleIdx="0" presStyleCnt="8"/>
      <dgm:spPr/>
    </dgm:pt>
    <dgm:pt modelId="{4C879FB7-F7F7-5343-AE80-D2AA4F9B75AC}" type="pres">
      <dgm:prSet presAssocID="{63CE8415-6829-42D8-912D-DDC6E491838B}" presName="horz1" presStyleCnt="0"/>
      <dgm:spPr/>
    </dgm:pt>
    <dgm:pt modelId="{DCBF7A36-B6A3-664A-B341-9B4DDF5C404D}" type="pres">
      <dgm:prSet presAssocID="{63CE8415-6829-42D8-912D-DDC6E491838B}" presName="tx1" presStyleLbl="revTx" presStyleIdx="0" presStyleCnt="8"/>
      <dgm:spPr/>
    </dgm:pt>
    <dgm:pt modelId="{0873369B-9A04-D041-AF39-074D9AF23913}" type="pres">
      <dgm:prSet presAssocID="{63CE8415-6829-42D8-912D-DDC6E491838B}" presName="vert1" presStyleCnt="0"/>
      <dgm:spPr/>
    </dgm:pt>
    <dgm:pt modelId="{A3F013A7-5A31-8943-B13F-71594EC22E35}" type="pres">
      <dgm:prSet presAssocID="{271EE43F-C7D7-4E04-B78C-D1A4FE6CFA1C}" presName="thickLine" presStyleLbl="alignNode1" presStyleIdx="1" presStyleCnt="8"/>
      <dgm:spPr/>
    </dgm:pt>
    <dgm:pt modelId="{421675CF-0B8F-5044-BC3E-AFD51AE3E540}" type="pres">
      <dgm:prSet presAssocID="{271EE43F-C7D7-4E04-B78C-D1A4FE6CFA1C}" presName="horz1" presStyleCnt="0"/>
      <dgm:spPr/>
    </dgm:pt>
    <dgm:pt modelId="{4AEA9623-8634-5347-A7B1-14B2BCEBE894}" type="pres">
      <dgm:prSet presAssocID="{271EE43F-C7D7-4E04-B78C-D1A4FE6CFA1C}" presName="tx1" presStyleLbl="revTx" presStyleIdx="1" presStyleCnt="8"/>
      <dgm:spPr/>
    </dgm:pt>
    <dgm:pt modelId="{53D05ABB-1E68-954D-8FB7-CE2B5A1F6445}" type="pres">
      <dgm:prSet presAssocID="{271EE43F-C7D7-4E04-B78C-D1A4FE6CFA1C}" presName="vert1" presStyleCnt="0"/>
      <dgm:spPr/>
    </dgm:pt>
    <dgm:pt modelId="{6CCBD26D-C81A-234C-BA09-FD436AF5AD38}" type="pres">
      <dgm:prSet presAssocID="{1315F565-5CC0-4792-AB11-FB7169D187D0}" presName="thickLine" presStyleLbl="alignNode1" presStyleIdx="2" presStyleCnt="8"/>
      <dgm:spPr/>
    </dgm:pt>
    <dgm:pt modelId="{82EA7D63-8D10-8648-9803-35E434366F05}" type="pres">
      <dgm:prSet presAssocID="{1315F565-5CC0-4792-AB11-FB7169D187D0}" presName="horz1" presStyleCnt="0"/>
      <dgm:spPr/>
    </dgm:pt>
    <dgm:pt modelId="{CF9B32CD-BBE2-0E4D-A8E4-03579D2391B8}" type="pres">
      <dgm:prSet presAssocID="{1315F565-5CC0-4792-AB11-FB7169D187D0}" presName="tx1" presStyleLbl="revTx" presStyleIdx="2" presStyleCnt="8"/>
      <dgm:spPr/>
    </dgm:pt>
    <dgm:pt modelId="{277A6FCB-9B77-A74A-AD75-DD4A92DE6C5F}" type="pres">
      <dgm:prSet presAssocID="{1315F565-5CC0-4792-AB11-FB7169D187D0}" presName="vert1" presStyleCnt="0"/>
      <dgm:spPr/>
    </dgm:pt>
    <dgm:pt modelId="{C7B969A7-A3B9-1744-AB8E-6B621FDD8AA2}" type="pres">
      <dgm:prSet presAssocID="{EA43B5A8-33A4-449B-8E21-5A12072414D2}" presName="thickLine" presStyleLbl="alignNode1" presStyleIdx="3" presStyleCnt="8"/>
      <dgm:spPr/>
    </dgm:pt>
    <dgm:pt modelId="{45AAFCDE-E40E-9949-99BF-2E04B53183FA}" type="pres">
      <dgm:prSet presAssocID="{EA43B5A8-33A4-449B-8E21-5A12072414D2}" presName="horz1" presStyleCnt="0"/>
      <dgm:spPr/>
    </dgm:pt>
    <dgm:pt modelId="{9F5BB9EC-5173-9942-B9ED-818E2E89724E}" type="pres">
      <dgm:prSet presAssocID="{EA43B5A8-33A4-449B-8E21-5A12072414D2}" presName="tx1" presStyleLbl="revTx" presStyleIdx="3" presStyleCnt="8"/>
      <dgm:spPr/>
    </dgm:pt>
    <dgm:pt modelId="{EF867116-F15D-0349-B772-22B0C386E09B}" type="pres">
      <dgm:prSet presAssocID="{EA43B5A8-33A4-449B-8E21-5A12072414D2}" presName="vert1" presStyleCnt="0"/>
      <dgm:spPr/>
    </dgm:pt>
    <dgm:pt modelId="{0863928E-040C-594E-B18B-EC96DBF404E9}" type="pres">
      <dgm:prSet presAssocID="{A6FA0530-724C-45B9-ACAF-E8A1AD790A82}" presName="thickLine" presStyleLbl="alignNode1" presStyleIdx="4" presStyleCnt="8"/>
      <dgm:spPr/>
    </dgm:pt>
    <dgm:pt modelId="{C592953A-ADCA-204D-B73B-C5D0E4B077E2}" type="pres">
      <dgm:prSet presAssocID="{A6FA0530-724C-45B9-ACAF-E8A1AD790A82}" presName="horz1" presStyleCnt="0"/>
      <dgm:spPr/>
    </dgm:pt>
    <dgm:pt modelId="{D69DAA17-25C6-804A-A2F7-0F975FA046EE}" type="pres">
      <dgm:prSet presAssocID="{A6FA0530-724C-45B9-ACAF-E8A1AD790A82}" presName="tx1" presStyleLbl="revTx" presStyleIdx="4" presStyleCnt="8"/>
      <dgm:spPr/>
    </dgm:pt>
    <dgm:pt modelId="{7B0C9239-77F4-D642-ABDA-D17933533B2F}" type="pres">
      <dgm:prSet presAssocID="{A6FA0530-724C-45B9-ACAF-E8A1AD790A82}" presName="vert1" presStyleCnt="0"/>
      <dgm:spPr/>
    </dgm:pt>
    <dgm:pt modelId="{C0CBBD55-52C0-8F45-AE27-56792BB0EF68}" type="pres">
      <dgm:prSet presAssocID="{E4E0BF8B-A93F-4A5E-A97A-64E149166B70}" presName="thickLine" presStyleLbl="alignNode1" presStyleIdx="5" presStyleCnt="8"/>
      <dgm:spPr/>
    </dgm:pt>
    <dgm:pt modelId="{A3D67CFB-A73A-394B-B027-DB6AB972A7B6}" type="pres">
      <dgm:prSet presAssocID="{E4E0BF8B-A93F-4A5E-A97A-64E149166B70}" presName="horz1" presStyleCnt="0"/>
      <dgm:spPr/>
    </dgm:pt>
    <dgm:pt modelId="{81294F76-60EB-594F-9A2C-3C386D530CE1}" type="pres">
      <dgm:prSet presAssocID="{E4E0BF8B-A93F-4A5E-A97A-64E149166B70}" presName="tx1" presStyleLbl="revTx" presStyleIdx="5" presStyleCnt="8"/>
      <dgm:spPr/>
    </dgm:pt>
    <dgm:pt modelId="{792C2D2F-8CF7-F44A-A253-F0838981FB1C}" type="pres">
      <dgm:prSet presAssocID="{E4E0BF8B-A93F-4A5E-A97A-64E149166B70}" presName="vert1" presStyleCnt="0"/>
      <dgm:spPr/>
    </dgm:pt>
    <dgm:pt modelId="{D3931068-04D1-0A40-8540-34941A89B360}" type="pres">
      <dgm:prSet presAssocID="{24221E36-0739-FA48-8D1C-0C3328239AC9}" presName="thickLine" presStyleLbl="alignNode1" presStyleIdx="6" presStyleCnt="8"/>
      <dgm:spPr/>
    </dgm:pt>
    <dgm:pt modelId="{DB865A19-D64B-6A41-85D8-E01043F20426}" type="pres">
      <dgm:prSet presAssocID="{24221E36-0739-FA48-8D1C-0C3328239AC9}" presName="horz1" presStyleCnt="0"/>
      <dgm:spPr/>
    </dgm:pt>
    <dgm:pt modelId="{5217CC81-665E-1D4B-A346-487CB58CF8F5}" type="pres">
      <dgm:prSet presAssocID="{24221E36-0739-FA48-8D1C-0C3328239AC9}" presName="tx1" presStyleLbl="revTx" presStyleIdx="6" presStyleCnt="8"/>
      <dgm:spPr/>
    </dgm:pt>
    <dgm:pt modelId="{2ABF82CC-098E-5A4F-AAD7-647D48DDE63D}" type="pres">
      <dgm:prSet presAssocID="{24221E36-0739-FA48-8D1C-0C3328239AC9}" presName="vert1" presStyleCnt="0"/>
      <dgm:spPr/>
    </dgm:pt>
    <dgm:pt modelId="{37FD967C-AB64-E14F-B396-3BFFBDF935CA}" type="pres">
      <dgm:prSet presAssocID="{D10B6D1D-DC85-5D40-A2A1-5582FD802E1D}" presName="thickLine" presStyleLbl="alignNode1" presStyleIdx="7" presStyleCnt="8"/>
      <dgm:spPr/>
    </dgm:pt>
    <dgm:pt modelId="{B676ECAA-ABE2-0142-A012-37D7947C0EA3}" type="pres">
      <dgm:prSet presAssocID="{D10B6D1D-DC85-5D40-A2A1-5582FD802E1D}" presName="horz1" presStyleCnt="0"/>
      <dgm:spPr/>
    </dgm:pt>
    <dgm:pt modelId="{E353DCC8-1612-BF49-AE7B-569E14595313}" type="pres">
      <dgm:prSet presAssocID="{D10B6D1D-DC85-5D40-A2A1-5582FD802E1D}" presName="tx1" presStyleLbl="revTx" presStyleIdx="7" presStyleCnt="8"/>
      <dgm:spPr/>
    </dgm:pt>
    <dgm:pt modelId="{5BF3D712-FA0D-2846-8341-36FFEB48D1FA}" type="pres">
      <dgm:prSet presAssocID="{D10B6D1D-DC85-5D40-A2A1-5582FD802E1D}" presName="vert1" presStyleCnt="0"/>
      <dgm:spPr/>
    </dgm:pt>
  </dgm:ptLst>
  <dgm:cxnLst>
    <dgm:cxn modelId="{576F3901-D637-0C43-B037-44CF48760E1B}" type="presOf" srcId="{A6FA0530-724C-45B9-ACAF-E8A1AD790A82}" destId="{D69DAA17-25C6-804A-A2F7-0F975FA046EE}" srcOrd="0" destOrd="0" presId="urn:microsoft.com/office/officeart/2008/layout/LinedList"/>
    <dgm:cxn modelId="{BADF4502-F36A-7441-9655-46A0B742AC2B}" type="presOf" srcId="{633EB1B9-5016-46C1-A278-23E17D486B2E}" destId="{56E2A3C0-902C-AB45-96EF-0CD65525A67C}" srcOrd="0" destOrd="0" presId="urn:microsoft.com/office/officeart/2008/layout/LinedList"/>
    <dgm:cxn modelId="{8835210C-1110-634E-86D1-FAF0ED5D90F3}" type="presOf" srcId="{271EE43F-C7D7-4E04-B78C-D1A4FE6CFA1C}" destId="{4AEA9623-8634-5347-A7B1-14B2BCEBE894}" srcOrd="0" destOrd="0" presId="urn:microsoft.com/office/officeart/2008/layout/LinedList"/>
    <dgm:cxn modelId="{6A375F10-0D5A-E84A-8CC4-AF41F8504D70}" type="presOf" srcId="{63CE8415-6829-42D8-912D-DDC6E491838B}" destId="{DCBF7A36-B6A3-664A-B341-9B4DDF5C404D}" srcOrd="0" destOrd="0" presId="urn:microsoft.com/office/officeart/2008/layout/LinedList"/>
    <dgm:cxn modelId="{4162FA10-254A-7F44-A143-4449C3417076}" type="presOf" srcId="{EA43B5A8-33A4-449B-8E21-5A12072414D2}" destId="{9F5BB9EC-5173-9942-B9ED-818E2E89724E}" srcOrd="0" destOrd="0" presId="urn:microsoft.com/office/officeart/2008/layout/LinedList"/>
    <dgm:cxn modelId="{8EB7583B-58C8-594D-8941-5FC747F3D7B8}" srcId="{633EB1B9-5016-46C1-A278-23E17D486B2E}" destId="{D10B6D1D-DC85-5D40-A2A1-5582FD802E1D}" srcOrd="7" destOrd="0" parTransId="{E16010D6-5FAC-5A44-A02A-8C74E5533538}" sibTransId="{BF95328B-6A94-AD49-A0CA-460EB51CD3A7}"/>
    <dgm:cxn modelId="{7418B54B-E41B-4392-B4CE-19D6E5FE9717}" srcId="{633EB1B9-5016-46C1-A278-23E17D486B2E}" destId="{E4E0BF8B-A93F-4A5E-A97A-64E149166B70}" srcOrd="5" destOrd="0" parTransId="{2B439125-910E-4C8E-ABD8-DEC00AC31075}" sibTransId="{5AFF3EC1-6159-4138-B41A-BDB05AA15DEA}"/>
    <dgm:cxn modelId="{FF541CA2-561C-8B4F-B6CD-0A99CA203F69}" type="presOf" srcId="{D10B6D1D-DC85-5D40-A2A1-5582FD802E1D}" destId="{E353DCC8-1612-BF49-AE7B-569E14595313}" srcOrd="0" destOrd="0" presId="urn:microsoft.com/office/officeart/2008/layout/LinedList"/>
    <dgm:cxn modelId="{477A83AE-034F-4FF6-8A6C-19C2E6D41BA7}" srcId="{633EB1B9-5016-46C1-A278-23E17D486B2E}" destId="{1315F565-5CC0-4792-AB11-FB7169D187D0}" srcOrd="2" destOrd="0" parTransId="{FEB46A94-449D-4359-81A0-2CA9947B60DA}" sibTransId="{5AA0912C-7CB7-429F-ACCF-CBE749B6B542}"/>
    <dgm:cxn modelId="{8743BEB2-355B-C347-845E-5CCBF027D9DF}" type="presOf" srcId="{E4E0BF8B-A93F-4A5E-A97A-64E149166B70}" destId="{81294F76-60EB-594F-9A2C-3C386D530CE1}" srcOrd="0" destOrd="0" presId="urn:microsoft.com/office/officeart/2008/layout/LinedList"/>
    <dgm:cxn modelId="{02A2ABD4-FEC4-4CAD-98E4-C41DBFC66B83}" srcId="{633EB1B9-5016-46C1-A278-23E17D486B2E}" destId="{63CE8415-6829-42D8-912D-DDC6E491838B}" srcOrd="0" destOrd="0" parTransId="{B682CBD7-9BCE-4CC5-9876-0AAD1853E66C}" sibTransId="{DDD3C43C-6BAD-4CF4-B6AB-22C7AA49188D}"/>
    <dgm:cxn modelId="{8EF87CDA-B971-44C2-8AFC-31CD400BE93D}" srcId="{633EB1B9-5016-46C1-A278-23E17D486B2E}" destId="{271EE43F-C7D7-4E04-B78C-D1A4FE6CFA1C}" srcOrd="1" destOrd="0" parTransId="{8B763E3C-A18B-479B-8E38-3B3A739E33C9}" sibTransId="{2047B94D-CE2C-40F1-B7FA-BBA9236E622C}"/>
    <dgm:cxn modelId="{E2D6CEE1-D5F5-43F5-AE79-7AD1A2D679C9}" srcId="{633EB1B9-5016-46C1-A278-23E17D486B2E}" destId="{EA43B5A8-33A4-449B-8E21-5A12072414D2}" srcOrd="3" destOrd="0" parTransId="{9D52B411-B2CA-4B20-B31F-0DB44959B3A8}" sibTransId="{D16CDFD3-9B7B-4939-929B-B925FE6E36AB}"/>
    <dgm:cxn modelId="{169C41E3-5323-AC4A-82C3-0B8985AE5E0E}" type="presOf" srcId="{1315F565-5CC0-4792-AB11-FB7169D187D0}" destId="{CF9B32CD-BBE2-0E4D-A8E4-03579D2391B8}" srcOrd="0" destOrd="0" presId="urn:microsoft.com/office/officeart/2008/layout/LinedList"/>
    <dgm:cxn modelId="{A8230BEF-E924-264D-9D32-8960B1457E54}" type="presOf" srcId="{24221E36-0739-FA48-8D1C-0C3328239AC9}" destId="{5217CC81-665E-1D4B-A346-487CB58CF8F5}" srcOrd="0" destOrd="0" presId="urn:microsoft.com/office/officeart/2008/layout/LinedList"/>
    <dgm:cxn modelId="{B3A37EF7-9CDD-2741-8343-6C9FDF474E07}" srcId="{633EB1B9-5016-46C1-A278-23E17D486B2E}" destId="{24221E36-0739-FA48-8D1C-0C3328239AC9}" srcOrd="6" destOrd="0" parTransId="{328C8528-4507-584E-8C07-CEE7771CD9B7}" sibTransId="{D39B4A75-8049-B94B-A134-9680DDB1F2BA}"/>
    <dgm:cxn modelId="{069EB8FE-903D-4432-801C-2827C1940707}" srcId="{633EB1B9-5016-46C1-A278-23E17D486B2E}" destId="{A6FA0530-724C-45B9-ACAF-E8A1AD790A82}" srcOrd="4" destOrd="0" parTransId="{E662387C-D8FA-4C59-A88E-D7A9C7F313E8}" sibTransId="{311E5C82-21AA-44B2-B5F2-5A8268A31D59}"/>
    <dgm:cxn modelId="{7820CB8D-F0D2-1446-BF3D-4685A6AEE72E}" type="presParOf" srcId="{56E2A3C0-902C-AB45-96EF-0CD65525A67C}" destId="{85E5819C-3A3A-3C4D-94D8-BD0A80CEDD64}" srcOrd="0" destOrd="0" presId="urn:microsoft.com/office/officeart/2008/layout/LinedList"/>
    <dgm:cxn modelId="{C7630061-A9A1-E040-BD00-DF1B969C5CF9}" type="presParOf" srcId="{56E2A3C0-902C-AB45-96EF-0CD65525A67C}" destId="{4C879FB7-F7F7-5343-AE80-D2AA4F9B75AC}" srcOrd="1" destOrd="0" presId="urn:microsoft.com/office/officeart/2008/layout/LinedList"/>
    <dgm:cxn modelId="{86E1C9B7-9611-4347-8044-9584B55BB549}" type="presParOf" srcId="{4C879FB7-F7F7-5343-AE80-D2AA4F9B75AC}" destId="{DCBF7A36-B6A3-664A-B341-9B4DDF5C404D}" srcOrd="0" destOrd="0" presId="urn:microsoft.com/office/officeart/2008/layout/LinedList"/>
    <dgm:cxn modelId="{7D304640-9B03-E647-950C-5E4F0D77FD64}" type="presParOf" srcId="{4C879FB7-F7F7-5343-AE80-D2AA4F9B75AC}" destId="{0873369B-9A04-D041-AF39-074D9AF23913}" srcOrd="1" destOrd="0" presId="urn:microsoft.com/office/officeart/2008/layout/LinedList"/>
    <dgm:cxn modelId="{F349AB20-0CA5-7848-B910-70E804CFC1B4}" type="presParOf" srcId="{56E2A3C0-902C-AB45-96EF-0CD65525A67C}" destId="{A3F013A7-5A31-8943-B13F-71594EC22E35}" srcOrd="2" destOrd="0" presId="urn:microsoft.com/office/officeart/2008/layout/LinedList"/>
    <dgm:cxn modelId="{F4591A0C-9954-EB4C-860E-B32CE90C8F7F}" type="presParOf" srcId="{56E2A3C0-902C-AB45-96EF-0CD65525A67C}" destId="{421675CF-0B8F-5044-BC3E-AFD51AE3E540}" srcOrd="3" destOrd="0" presId="urn:microsoft.com/office/officeart/2008/layout/LinedList"/>
    <dgm:cxn modelId="{16304B04-17FE-604A-B6BB-305006937AD6}" type="presParOf" srcId="{421675CF-0B8F-5044-BC3E-AFD51AE3E540}" destId="{4AEA9623-8634-5347-A7B1-14B2BCEBE894}" srcOrd="0" destOrd="0" presId="urn:microsoft.com/office/officeart/2008/layout/LinedList"/>
    <dgm:cxn modelId="{170D6687-C9D8-A447-BB6C-DEEF6B837194}" type="presParOf" srcId="{421675CF-0B8F-5044-BC3E-AFD51AE3E540}" destId="{53D05ABB-1E68-954D-8FB7-CE2B5A1F6445}" srcOrd="1" destOrd="0" presId="urn:microsoft.com/office/officeart/2008/layout/LinedList"/>
    <dgm:cxn modelId="{813EA883-A407-DF44-9F14-C00FFC8E64BC}" type="presParOf" srcId="{56E2A3C0-902C-AB45-96EF-0CD65525A67C}" destId="{6CCBD26D-C81A-234C-BA09-FD436AF5AD38}" srcOrd="4" destOrd="0" presId="urn:microsoft.com/office/officeart/2008/layout/LinedList"/>
    <dgm:cxn modelId="{6E89D0C6-1550-A54A-B723-6BD6483D5CF0}" type="presParOf" srcId="{56E2A3C0-902C-AB45-96EF-0CD65525A67C}" destId="{82EA7D63-8D10-8648-9803-35E434366F05}" srcOrd="5" destOrd="0" presId="urn:microsoft.com/office/officeart/2008/layout/LinedList"/>
    <dgm:cxn modelId="{D3CD87EA-704F-6441-A7BC-BB452BBEEB70}" type="presParOf" srcId="{82EA7D63-8D10-8648-9803-35E434366F05}" destId="{CF9B32CD-BBE2-0E4D-A8E4-03579D2391B8}" srcOrd="0" destOrd="0" presId="urn:microsoft.com/office/officeart/2008/layout/LinedList"/>
    <dgm:cxn modelId="{DAEC60AA-1420-D542-952F-5FE4EB67A095}" type="presParOf" srcId="{82EA7D63-8D10-8648-9803-35E434366F05}" destId="{277A6FCB-9B77-A74A-AD75-DD4A92DE6C5F}" srcOrd="1" destOrd="0" presId="urn:microsoft.com/office/officeart/2008/layout/LinedList"/>
    <dgm:cxn modelId="{1AD790A5-98B2-8941-9662-BBA8B7063C69}" type="presParOf" srcId="{56E2A3C0-902C-AB45-96EF-0CD65525A67C}" destId="{C7B969A7-A3B9-1744-AB8E-6B621FDD8AA2}" srcOrd="6" destOrd="0" presId="urn:microsoft.com/office/officeart/2008/layout/LinedList"/>
    <dgm:cxn modelId="{2F0A9B00-F15E-B34A-BA0C-778E128135C4}" type="presParOf" srcId="{56E2A3C0-902C-AB45-96EF-0CD65525A67C}" destId="{45AAFCDE-E40E-9949-99BF-2E04B53183FA}" srcOrd="7" destOrd="0" presId="urn:microsoft.com/office/officeart/2008/layout/LinedList"/>
    <dgm:cxn modelId="{3A129A5C-7AC4-7345-81B4-8436FDD5F0A0}" type="presParOf" srcId="{45AAFCDE-E40E-9949-99BF-2E04B53183FA}" destId="{9F5BB9EC-5173-9942-B9ED-818E2E89724E}" srcOrd="0" destOrd="0" presId="urn:microsoft.com/office/officeart/2008/layout/LinedList"/>
    <dgm:cxn modelId="{07FE88CF-328C-D84F-AD3A-D745123AE022}" type="presParOf" srcId="{45AAFCDE-E40E-9949-99BF-2E04B53183FA}" destId="{EF867116-F15D-0349-B772-22B0C386E09B}" srcOrd="1" destOrd="0" presId="urn:microsoft.com/office/officeart/2008/layout/LinedList"/>
    <dgm:cxn modelId="{8399B7D8-3A68-8445-9CAE-A2430C940605}" type="presParOf" srcId="{56E2A3C0-902C-AB45-96EF-0CD65525A67C}" destId="{0863928E-040C-594E-B18B-EC96DBF404E9}" srcOrd="8" destOrd="0" presId="urn:microsoft.com/office/officeart/2008/layout/LinedList"/>
    <dgm:cxn modelId="{3C195A17-FCA9-F946-83AD-669C6C5506ED}" type="presParOf" srcId="{56E2A3C0-902C-AB45-96EF-0CD65525A67C}" destId="{C592953A-ADCA-204D-B73B-C5D0E4B077E2}" srcOrd="9" destOrd="0" presId="urn:microsoft.com/office/officeart/2008/layout/LinedList"/>
    <dgm:cxn modelId="{0AFDFACE-61F9-144A-B889-C2E16D2079A1}" type="presParOf" srcId="{C592953A-ADCA-204D-B73B-C5D0E4B077E2}" destId="{D69DAA17-25C6-804A-A2F7-0F975FA046EE}" srcOrd="0" destOrd="0" presId="urn:microsoft.com/office/officeart/2008/layout/LinedList"/>
    <dgm:cxn modelId="{1EF4FAE0-C2B4-8048-B4DC-107B7180D460}" type="presParOf" srcId="{C592953A-ADCA-204D-B73B-C5D0E4B077E2}" destId="{7B0C9239-77F4-D642-ABDA-D17933533B2F}" srcOrd="1" destOrd="0" presId="urn:microsoft.com/office/officeart/2008/layout/LinedList"/>
    <dgm:cxn modelId="{CC34FD35-CDB9-734E-BFC0-2A9939304F4D}" type="presParOf" srcId="{56E2A3C0-902C-AB45-96EF-0CD65525A67C}" destId="{C0CBBD55-52C0-8F45-AE27-56792BB0EF68}" srcOrd="10" destOrd="0" presId="urn:microsoft.com/office/officeart/2008/layout/LinedList"/>
    <dgm:cxn modelId="{3D45C12E-BE69-EB45-967B-D64236067790}" type="presParOf" srcId="{56E2A3C0-902C-AB45-96EF-0CD65525A67C}" destId="{A3D67CFB-A73A-394B-B027-DB6AB972A7B6}" srcOrd="11" destOrd="0" presId="urn:microsoft.com/office/officeart/2008/layout/LinedList"/>
    <dgm:cxn modelId="{2A72EC95-2710-324B-933F-C542B72CB2E4}" type="presParOf" srcId="{A3D67CFB-A73A-394B-B027-DB6AB972A7B6}" destId="{81294F76-60EB-594F-9A2C-3C386D530CE1}" srcOrd="0" destOrd="0" presId="urn:microsoft.com/office/officeart/2008/layout/LinedList"/>
    <dgm:cxn modelId="{840B8973-EBAE-9A4A-B50E-B849ABDD6C5A}" type="presParOf" srcId="{A3D67CFB-A73A-394B-B027-DB6AB972A7B6}" destId="{792C2D2F-8CF7-F44A-A253-F0838981FB1C}" srcOrd="1" destOrd="0" presId="urn:microsoft.com/office/officeart/2008/layout/LinedList"/>
    <dgm:cxn modelId="{9D7C8D7B-68A2-CC4D-BECD-86BB17DEB4F1}" type="presParOf" srcId="{56E2A3C0-902C-AB45-96EF-0CD65525A67C}" destId="{D3931068-04D1-0A40-8540-34941A89B360}" srcOrd="12" destOrd="0" presId="urn:microsoft.com/office/officeart/2008/layout/LinedList"/>
    <dgm:cxn modelId="{21215590-5D49-8D4E-9196-EAFEA72D2B64}" type="presParOf" srcId="{56E2A3C0-902C-AB45-96EF-0CD65525A67C}" destId="{DB865A19-D64B-6A41-85D8-E01043F20426}" srcOrd="13" destOrd="0" presId="urn:microsoft.com/office/officeart/2008/layout/LinedList"/>
    <dgm:cxn modelId="{85B72329-1786-E140-BCC1-06B6F40A1946}" type="presParOf" srcId="{DB865A19-D64B-6A41-85D8-E01043F20426}" destId="{5217CC81-665E-1D4B-A346-487CB58CF8F5}" srcOrd="0" destOrd="0" presId="urn:microsoft.com/office/officeart/2008/layout/LinedList"/>
    <dgm:cxn modelId="{96F3FB3A-C2C5-D44B-ABF2-21E846EDB360}" type="presParOf" srcId="{DB865A19-D64B-6A41-85D8-E01043F20426}" destId="{2ABF82CC-098E-5A4F-AAD7-647D48DDE63D}" srcOrd="1" destOrd="0" presId="urn:microsoft.com/office/officeart/2008/layout/LinedList"/>
    <dgm:cxn modelId="{EBC2416A-6D32-3D48-B7F2-804C730213D1}" type="presParOf" srcId="{56E2A3C0-902C-AB45-96EF-0CD65525A67C}" destId="{37FD967C-AB64-E14F-B396-3BFFBDF935CA}" srcOrd="14" destOrd="0" presId="urn:microsoft.com/office/officeart/2008/layout/LinedList"/>
    <dgm:cxn modelId="{BB922F81-6212-C842-B307-E21CD69CEF3B}" type="presParOf" srcId="{56E2A3C0-902C-AB45-96EF-0CD65525A67C}" destId="{B676ECAA-ABE2-0142-A012-37D7947C0EA3}" srcOrd="15" destOrd="0" presId="urn:microsoft.com/office/officeart/2008/layout/LinedList"/>
    <dgm:cxn modelId="{2ACAF3EE-0BC7-A241-BB53-3ECED5909ADF}" type="presParOf" srcId="{B676ECAA-ABE2-0142-A012-37D7947C0EA3}" destId="{E353DCC8-1612-BF49-AE7B-569E14595313}" srcOrd="0" destOrd="0" presId="urn:microsoft.com/office/officeart/2008/layout/LinedList"/>
    <dgm:cxn modelId="{F95D0EE5-5BCD-7041-928D-ABAB196E8FF2}" type="presParOf" srcId="{B676ECAA-ABE2-0142-A012-37D7947C0EA3}" destId="{5BF3D712-FA0D-2846-8341-36FFEB48D1F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D751FA-1853-4C29-91A2-B4A9BFF4110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34DE579-CD75-4D8C-B68E-9CB9165332D3}">
      <dgm:prSet custT="1"/>
      <dgm:spPr/>
      <dgm:t>
        <a:bodyPr/>
        <a:lstStyle/>
        <a:p>
          <a:r>
            <a:rPr lang="en-US" sz="2400" b="1" dirty="0">
              <a:latin typeface="Calibri" panose="020F0502020204030204" pitchFamily="34" charset="0"/>
              <a:cs typeface="Calibri" panose="020F0502020204030204" pitchFamily="34" charset="0"/>
            </a:rPr>
            <a:t>Project Objective:</a:t>
          </a:r>
          <a:endParaRPr lang="en-US" sz="2400" dirty="0">
            <a:latin typeface="Calibri" panose="020F0502020204030204" pitchFamily="34" charset="0"/>
            <a:cs typeface="Calibri" panose="020F0502020204030204" pitchFamily="34" charset="0"/>
          </a:endParaRPr>
        </a:p>
      </dgm:t>
    </dgm:pt>
    <dgm:pt modelId="{049126EB-47B9-434F-AC63-B7A7EADEC157}" type="parTrans" cxnId="{2B6CD13D-5B0E-4BD0-8738-4D57531A7ED9}">
      <dgm:prSet/>
      <dgm:spPr/>
      <dgm:t>
        <a:bodyPr/>
        <a:lstStyle/>
        <a:p>
          <a:endParaRPr lang="en-US" sz="2400">
            <a:latin typeface="Calibri" panose="020F0502020204030204" pitchFamily="34" charset="0"/>
            <a:cs typeface="Calibri" panose="020F0502020204030204" pitchFamily="34" charset="0"/>
          </a:endParaRPr>
        </a:p>
      </dgm:t>
    </dgm:pt>
    <dgm:pt modelId="{8CB7D696-C90D-47EE-A096-FBA5CE753347}" type="sibTrans" cxnId="{2B6CD13D-5B0E-4BD0-8738-4D57531A7ED9}">
      <dgm:prSet/>
      <dgm:spPr/>
      <dgm:t>
        <a:bodyPr/>
        <a:lstStyle/>
        <a:p>
          <a:endParaRPr lang="en-US" sz="2400">
            <a:latin typeface="Calibri" panose="020F0502020204030204" pitchFamily="34" charset="0"/>
            <a:cs typeface="Calibri" panose="020F0502020204030204" pitchFamily="34" charset="0"/>
          </a:endParaRPr>
        </a:p>
      </dgm:t>
    </dgm:pt>
    <dgm:pt modelId="{1293268F-A11D-422C-B8D2-8B6624A1001D}">
      <dgm:prSet custT="1"/>
      <dgm:spPr/>
      <dgm:t>
        <a:bodyPr/>
        <a:lstStyle/>
        <a:p>
          <a:r>
            <a:rPr lang="en-IN" sz="2400" b="0" i="0" u="none" dirty="0"/>
            <a:t>This project aims to </a:t>
          </a:r>
          <a:r>
            <a:rPr lang="en-IN" sz="2400" b="0" i="0" u="none" dirty="0" err="1"/>
            <a:t>analyze</a:t>
          </a:r>
          <a:r>
            <a:rPr lang="en-IN" sz="2400" b="0" i="0" u="none" dirty="0"/>
            <a:t> county-level lung cancer mortality and incidence in the United States. Linear regression is used to identify key predictors associated with mortality outcomes, and performance profiling is applied to evaluate computational efficiency in regression </a:t>
          </a:r>
          <a:r>
            <a:rPr lang="en-IN" sz="2400" b="0" i="0" u="none" dirty="0" err="1"/>
            <a:t>modeling</a:t>
          </a:r>
          <a:r>
            <a:rPr lang="en-IN" sz="2400" b="0" i="0" u="none" dirty="0"/>
            <a:t>.</a:t>
          </a:r>
          <a:endParaRPr lang="en-US" sz="2400" dirty="0">
            <a:latin typeface="Calibri" panose="020F0502020204030204" pitchFamily="34" charset="0"/>
            <a:cs typeface="Calibri" panose="020F0502020204030204" pitchFamily="34" charset="0"/>
          </a:endParaRPr>
        </a:p>
      </dgm:t>
    </dgm:pt>
    <dgm:pt modelId="{0F4F1EB6-5BFA-476D-A795-8BE444B71F2D}" type="parTrans" cxnId="{7ED96598-B149-46F3-AD18-980C3DB953C4}">
      <dgm:prSet/>
      <dgm:spPr/>
      <dgm:t>
        <a:bodyPr/>
        <a:lstStyle/>
        <a:p>
          <a:endParaRPr lang="en-US" sz="2400">
            <a:latin typeface="Calibri" panose="020F0502020204030204" pitchFamily="34" charset="0"/>
            <a:cs typeface="Calibri" panose="020F0502020204030204" pitchFamily="34" charset="0"/>
          </a:endParaRPr>
        </a:p>
      </dgm:t>
    </dgm:pt>
    <dgm:pt modelId="{02E0045B-35FB-4E95-9785-71AF979D6C31}" type="sibTrans" cxnId="{7ED96598-B149-46F3-AD18-980C3DB953C4}">
      <dgm:prSet/>
      <dgm:spPr/>
      <dgm:t>
        <a:bodyPr/>
        <a:lstStyle/>
        <a:p>
          <a:endParaRPr lang="en-US" sz="2400">
            <a:latin typeface="Calibri" panose="020F0502020204030204" pitchFamily="34" charset="0"/>
            <a:cs typeface="Calibri" panose="020F0502020204030204" pitchFamily="34" charset="0"/>
          </a:endParaRPr>
        </a:p>
      </dgm:t>
    </dgm:pt>
    <dgm:pt modelId="{154F66D9-BF91-4D7C-B4F5-BD669654D93F}">
      <dgm:prSet custT="1"/>
      <dgm:spPr/>
      <dgm:t>
        <a:bodyPr/>
        <a:lstStyle/>
        <a:p>
          <a:r>
            <a:rPr lang="en-US" sz="2400" b="1" dirty="0">
              <a:latin typeface="Calibri" panose="020F0502020204030204" pitchFamily="34" charset="0"/>
              <a:cs typeface="Calibri" panose="020F0502020204030204" pitchFamily="34" charset="0"/>
            </a:rPr>
            <a:t>Problem Statement:</a:t>
          </a:r>
          <a:endParaRPr lang="en-US" sz="2400" dirty="0">
            <a:latin typeface="Calibri" panose="020F0502020204030204" pitchFamily="34" charset="0"/>
            <a:cs typeface="Calibri" panose="020F0502020204030204" pitchFamily="34" charset="0"/>
          </a:endParaRPr>
        </a:p>
      </dgm:t>
    </dgm:pt>
    <dgm:pt modelId="{07E72944-4B34-4C34-A4E5-F20E851FE50F}" type="parTrans" cxnId="{F53A7B98-6BBE-4545-8B83-BDAFE65FCB67}">
      <dgm:prSet/>
      <dgm:spPr/>
      <dgm:t>
        <a:bodyPr/>
        <a:lstStyle/>
        <a:p>
          <a:endParaRPr lang="en-US" sz="2400">
            <a:latin typeface="Calibri" panose="020F0502020204030204" pitchFamily="34" charset="0"/>
            <a:cs typeface="Calibri" panose="020F0502020204030204" pitchFamily="34" charset="0"/>
          </a:endParaRPr>
        </a:p>
      </dgm:t>
    </dgm:pt>
    <dgm:pt modelId="{DFBB7903-F944-4CA5-8791-9A917F27D77B}" type="sibTrans" cxnId="{F53A7B98-6BBE-4545-8B83-BDAFE65FCB67}">
      <dgm:prSet/>
      <dgm:spPr/>
      <dgm:t>
        <a:bodyPr/>
        <a:lstStyle/>
        <a:p>
          <a:endParaRPr lang="en-US" sz="2400">
            <a:latin typeface="Calibri" panose="020F0502020204030204" pitchFamily="34" charset="0"/>
            <a:cs typeface="Calibri" panose="020F0502020204030204" pitchFamily="34" charset="0"/>
          </a:endParaRPr>
        </a:p>
      </dgm:t>
    </dgm:pt>
    <dgm:pt modelId="{5D266E1B-A5B5-42B3-851E-4FA86C2E7CFA}">
      <dgm:prSet custT="1"/>
      <dgm:spPr/>
      <dgm:t>
        <a:bodyPr/>
        <a:lstStyle/>
        <a:p>
          <a:r>
            <a:rPr lang="en-IN" sz="2400" b="0" i="0" u="none" dirty="0"/>
            <a:t>Lung cancer continues to be a major public health concern in the United States, with substantial variation in outcomes across counties and populations.</a:t>
          </a:r>
          <a:endParaRPr lang="en-US" sz="2400" dirty="0">
            <a:latin typeface="Calibri" panose="020F0502020204030204" pitchFamily="34" charset="0"/>
            <a:cs typeface="Calibri" panose="020F0502020204030204" pitchFamily="34" charset="0"/>
          </a:endParaRPr>
        </a:p>
      </dgm:t>
    </dgm:pt>
    <dgm:pt modelId="{74318E9B-7F62-4CC1-BC85-6A5280E9C7A7}" type="parTrans" cxnId="{5CEFD331-E707-4D61-83B5-A08D2CF4DF58}">
      <dgm:prSet/>
      <dgm:spPr/>
      <dgm:t>
        <a:bodyPr/>
        <a:lstStyle/>
        <a:p>
          <a:endParaRPr lang="en-US" sz="2400">
            <a:latin typeface="Calibri" panose="020F0502020204030204" pitchFamily="34" charset="0"/>
            <a:cs typeface="Calibri" panose="020F0502020204030204" pitchFamily="34" charset="0"/>
          </a:endParaRPr>
        </a:p>
      </dgm:t>
    </dgm:pt>
    <dgm:pt modelId="{67E6E586-3194-467A-8DC5-7214CCA9BB83}" type="sibTrans" cxnId="{5CEFD331-E707-4D61-83B5-A08D2CF4DF58}">
      <dgm:prSet/>
      <dgm:spPr/>
      <dgm:t>
        <a:bodyPr/>
        <a:lstStyle/>
        <a:p>
          <a:endParaRPr lang="en-US" sz="2400">
            <a:latin typeface="Calibri" panose="020F0502020204030204" pitchFamily="34" charset="0"/>
            <a:cs typeface="Calibri" panose="020F0502020204030204" pitchFamily="34" charset="0"/>
          </a:endParaRPr>
        </a:p>
      </dgm:t>
    </dgm:pt>
    <dgm:pt modelId="{3B09BC48-5C0D-4642-8500-C5746A5457A2}" type="pres">
      <dgm:prSet presAssocID="{05D751FA-1853-4C29-91A2-B4A9BFF41105}" presName="vert0" presStyleCnt="0">
        <dgm:presLayoutVars>
          <dgm:dir/>
          <dgm:animOne val="branch"/>
          <dgm:animLvl val="lvl"/>
        </dgm:presLayoutVars>
      </dgm:prSet>
      <dgm:spPr/>
    </dgm:pt>
    <dgm:pt modelId="{6E5CCA18-6B74-B84D-ADFC-D370BF7E3AB4}" type="pres">
      <dgm:prSet presAssocID="{C34DE579-CD75-4D8C-B68E-9CB9165332D3}" presName="thickLine" presStyleLbl="alignNode1" presStyleIdx="0" presStyleCnt="4"/>
      <dgm:spPr/>
    </dgm:pt>
    <dgm:pt modelId="{153E1B6E-32C7-5D42-A0EE-F59C5E19C260}" type="pres">
      <dgm:prSet presAssocID="{C34DE579-CD75-4D8C-B68E-9CB9165332D3}" presName="horz1" presStyleCnt="0"/>
      <dgm:spPr/>
    </dgm:pt>
    <dgm:pt modelId="{C361C86B-22D4-D84F-8050-4C78D9F70287}" type="pres">
      <dgm:prSet presAssocID="{C34DE579-CD75-4D8C-B68E-9CB9165332D3}" presName="tx1" presStyleLbl="revTx" presStyleIdx="0" presStyleCnt="4"/>
      <dgm:spPr/>
    </dgm:pt>
    <dgm:pt modelId="{412A7656-9CB9-454A-8A88-1038BF4E236B}" type="pres">
      <dgm:prSet presAssocID="{C34DE579-CD75-4D8C-B68E-9CB9165332D3}" presName="vert1" presStyleCnt="0"/>
      <dgm:spPr/>
    </dgm:pt>
    <dgm:pt modelId="{83D88A69-4BEB-424A-AE97-AC456EE5E185}" type="pres">
      <dgm:prSet presAssocID="{1293268F-A11D-422C-B8D2-8B6624A1001D}" presName="thickLine" presStyleLbl="alignNode1" presStyleIdx="1" presStyleCnt="4" custLinFactNeighborX="-44" custLinFactNeighborY="-53364"/>
      <dgm:spPr/>
    </dgm:pt>
    <dgm:pt modelId="{3B5103F9-E1DA-2842-9D7C-91F3867E6DC9}" type="pres">
      <dgm:prSet presAssocID="{1293268F-A11D-422C-B8D2-8B6624A1001D}" presName="horz1" presStyleCnt="0"/>
      <dgm:spPr/>
    </dgm:pt>
    <dgm:pt modelId="{21EF0A27-8572-594B-86C1-F001FDE0888A}" type="pres">
      <dgm:prSet presAssocID="{1293268F-A11D-422C-B8D2-8B6624A1001D}" presName="tx1" presStyleLbl="revTx" presStyleIdx="1" presStyleCnt="4" custScaleY="103638" custLinFactNeighborX="53" custLinFactNeighborY="-49045"/>
      <dgm:spPr/>
    </dgm:pt>
    <dgm:pt modelId="{93A77261-9276-F340-8125-65C8ED60D8A5}" type="pres">
      <dgm:prSet presAssocID="{1293268F-A11D-422C-B8D2-8B6624A1001D}" presName="vert1" presStyleCnt="0"/>
      <dgm:spPr/>
    </dgm:pt>
    <dgm:pt modelId="{2C56CBA3-D8CC-B844-BFA5-A9CC48587C8A}" type="pres">
      <dgm:prSet presAssocID="{154F66D9-BF91-4D7C-B4F5-BD669654D93F}" presName="thickLine" presStyleLbl="alignNode1" presStyleIdx="2" presStyleCnt="4" custLinFactNeighborX="-44" custLinFactNeighborY="38993"/>
      <dgm:spPr/>
    </dgm:pt>
    <dgm:pt modelId="{176AF7C8-75CB-584E-BF1F-B6C101EC5B64}" type="pres">
      <dgm:prSet presAssocID="{154F66D9-BF91-4D7C-B4F5-BD669654D93F}" presName="horz1" presStyleCnt="0"/>
      <dgm:spPr/>
    </dgm:pt>
    <dgm:pt modelId="{E503AE25-1AB2-6E40-B760-7B24DB0AF2BD}" type="pres">
      <dgm:prSet presAssocID="{154F66D9-BF91-4D7C-B4F5-BD669654D93F}" presName="tx1" presStyleLbl="revTx" presStyleIdx="2" presStyleCnt="4" custLinFactNeighborX="-44" custLinFactNeighborY="51443"/>
      <dgm:spPr/>
    </dgm:pt>
    <dgm:pt modelId="{46AAEF20-CFA5-4843-821B-AA6966B654BB}" type="pres">
      <dgm:prSet presAssocID="{154F66D9-BF91-4D7C-B4F5-BD669654D93F}" presName="vert1" presStyleCnt="0"/>
      <dgm:spPr/>
    </dgm:pt>
    <dgm:pt modelId="{7D4811BE-A0D3-194A-AED4-EEC5D43EED2B}" type="pres">
      <dgm:prSet presAssocID="{5D266E1B-A5B5-42B3-851E-4FA86C2E7CFA}" presName="thickLine" presStyleLbl="alignNode1" presStyleIdx="3" presStyleCnt="4" custLinFactNeighborX="-44" custLinFactNeighborY="-6346"/>
      <dgm:spPr/>
    </dgm:pt>
    <dgm:pt modelId="{3ECA0FE3-AB4C-5448-AE53-51F125BD08F3}" type="pres">
      <dgm:prSet presAssocID="{5D266E1B-A5B5-42B3-851E-4FA86C2E7CFA}" presName="horz1" presStyleCnt="0"/>
      <dgm:spPr/>
    </dgm:pt>
    <dgm:pt modelId="{0BF77C06-F3E7-3D47-9846-F275F3DD4B59}" type="pres">
      <dgm:prSet presAssocID="{5D266E1B-A5B5-42B3-851E-4FA86C2E7CFA}" presName="tx1" presStyleLbl="revTx" presStyleIdx="3" presStyleCnt="4" custLinFactNeighborX="-44" custLinFactNeighborY="96"/>
      <dgm:spPr/>
    </dgm:pt>
    <dgm:pt modelId="{A0027457-F418-C543-8BB9-B98BC1C259D8}" type="pres">
      <dgm:prSet presAssocID="{5D266E1B-A5B5-42B3-851E-4FA86C2E7CFA}" presName="vert1" presStyleCnt="0"/>
      <dgm:spPr/>
    </dgm:pt>
  </dgm:ptLst>
  <dgm:cxnLst>
    <dgm:cxn modelId="{5CEFD331-E707-4D61-83B5-A08D2CF4DF58}" srcId="{05D751FA-1853-4C29-91A2-B4A9BFF41105}" destId="{5D266E1B-A5B5-42B3-851E-4FA86C2E7CFA}" srcOrd="3" destOrd="0" parTransId="{74318E9B-7F62-4CC1-BC85-6A5280E9C7A7}" sibTransId="{67E6E586-3194-467A-8DC5-7214CCA9BB83}"/>
    <dgm:cxn modelId="{72215F33-D743-4042-B81E-BC8A69FFC8CD}" type="presOf" srcId="{1293268F-A11D-422C-B8D2-8B6624A1001D}" destId="{21EF0A27-8572-594B-86C1-F001FDE0888A}" srcOrd="0" destOrd="0" presId="urn:microsoft.com/office/officeart/2008/layout/LinedList"/>
    <dgm:cxn modelId="{2B6CD13D-5B0E-4BD0-8738-4D57531A7ED9}" srcId="{05D751FA-1853-4C29-91A2-B4A9BFF41105}" destId="{C34DE579-CD75-4D8C-B68E-9CB9165332D3}" srcOrd="0" destOrd="0" parTransId="{049126EB-47B9-434F-AC63-B7A7EADEC157}" sibTransId="{8CB7D696-C90D-47EE-A096-FBA5CE753347}"/>
    <dgm:cxn modelId="{99DFE245-5FFD-8849-A845-B1990573E24B}" type="presOf" srcId="{C34DE579-CD75-4D8C-B68E-9CB9165332D3}" destId="{C361C86B-22D4-D84F-8050-4C78D9F70287}" srcOrd="0" destOrd="0" presId="urn:microsoft.com/office/officeart/2008/layout/LinedList"/>
    <dgm:cxn modelId="{621DE371-98DF-EA46-9FC8-47005BF14D81}" type="presOf" srcId="{05D751FA-1853-4C29-91A2-B4A9BFF41105}" destId="{3B09BC48-5C0D-4642-8500-C5746A5457A2}" srcOrd="0" destOrd="0" presId="urn:microsoft.com/office/officeart/2008/layout/LinedList"/>
    <dgm:cxn modelId="{7ED96598-B149-46F3-AD18-980C3DB953C4}" srcId="{05D751FA-1853-4C29-91A2-B4A9BFF41105}" destId="{1293268F-A11D-422C-B8D2-8B6624A1001D}" srcOrd="1" destOrd="0" parTransId="{0F4F1EB6-5BFA-476D-A795-8BE444B71F2D}" sibTransId="{02E0045B-35FB-4E95-9785-71AF979D6C31}"/>
    <dgm:cxn modelId="{F53A7B98-6BBE-4545-8B83-BDAFE65FCB67}" srcId="{05D751FA-1853-4C29-91A2-B4A9BFF41105}" destId="{154F66D9-BF91-4D7C-B4F5-BD669654D93F}" srcOrd="2" destOrd="0" parTransId="{07E72944-4B34-4C34-A4E5-F20E851FE50F}" sibTransId="{DFBB7903-F944-4CA5-8791-9A917F27D77B}"/>
    <dgm:cxn modelId="{2D9F3EA9-F864-4345-BC69-B936E0BFD0D2}" type="presOf" srcId="{5D266E1B-A5B5-42B3-851E-4FA86C2E7CFA}" destId="{0BF77C06-F3E7-3D47-9846-F275F3DD4B59}" srcOrd="0" destOrd="0" presId="urn:microsoft.com/office/officeart/2008/layout/LinedList"/>
    <dgm:cxn modelId="{F1706AEC-1D32-0541-A075-1EE6160190C7}" type="presOf" srcId="{154F66D9-BF91-4D7C-B4F5-BD669654D93F}" destId="{E503AE25-1AB2-6E40-B760-7B24DB0AF2BD}" srcOrd="0" destOrd="0" presId="urn:microsoft.com/office/officeart/2008/layout/LinedList"/>
    <dgm:cxn modelId="{7A753566-F787-9D4E-BFA4-2FF02C4ADB27}" type="presParOf" srcId="{3B09BC48-5C0D-4642-8500-C5746A5457A2}" destId="{6E5CCA18-6B74-B84D-ADFC-D370BF7E3AB4}" srcOrd="0" destOrd="0" presId="urn:microsoft.com/office/officeart/2008/layout/LinedList"/>
    <dgm:cxn modelId="{8D6EC94C-FBE5-864D-A53A-AA3617D98C3B}" type="presParOf" srcId="{3B09BC48-5C0D-4642-8500-C5746A5457A2}" destId="{153E1B6E-32C7-5D42-A0EE-F59C5E19C260}" srcOrd="1" destOrd="0" presId="urn:microsoft.com/office/officeart/2008/layout/LinedList"/>
    <dgm:cxn modelId="{E3328AF1-4B49-3F43-AEF0-F2A8D9649349}" type="presParOf" srcId="{153E1B6E-32C7-5D42-A0EE-F59C5E19C260}" destId="{C361C86B-22D4-D84F-8050-4C78D9F70287}" srcOrd="0" destOrd="0" presId="urn:microsoft.com/office/officeart/2008/layout/LinedList"/>
    <dgm:cxn modelId="{CEA22EF5-17AF-1047-ADA0-D3F2A5CBD915}" type="presParOf" srcId="{153E1B6E-32C7-5D42-A0EE-F59C5E19C260}" destId="{412A7656-9CB9-454A-8A88-1038BF4E236B}" srcOrd="1" destOrd="0" presId="urn:microsoft.com/office/officeart/2008/layout/LinedList"/>
    <dgm:cxn modelId="{42A9F943-C323-0242-AD05-3622458B1A79}" type="presParOf" srcId="{3B09BC48-5C0D-4642-8500-C5746A5457A2}" destId="{83D88A69-4BEB-424A-AE97-AC456EE5E185}" srcOrd="2" destOrd="0" presId="urn:microsoft.com/office/officeart/2008/layout/LinedList"/>
    <dgm:cxn modelId="{0334BF3A-FDD3-9746-AD27-700BF27BFBFE}" type="presParOf" srcId="{3B09BC48-5C0D-4642-8500-C5746A5457A2}" destId="{3B5103F9-E1DA-2842-9D7C-91F3867E6DC9}" srcOrd="3" destOrd="0" presId="urn:microsoft.com/office/officeart/2008/layout/LinedList"/>
    <dgm:cxn modelId="{FE02441B-DE75-E14C-A0BD-A657E7F08E10}" type="presParOf" srcId="{3B5103F9-E1DA-2842-9D7C-91F3867E6DC9}" destId="{21EF0A27-8572-594B-86C1-F001FDE0888A}" srcOrd="0" destOrd="0" presId="urn:microsoft.com/office/officeart/2008/layout/LinedList"/>
    <dgm:cxn modelId="{B22A3BD4-1143-E140-A517-4A707D621D1D}" type="presParOf" srcId="{3B5103F9-E1DA-2842-9D7C-91F3867E6DC9}" destId="{93A77261-9276-F340-8125-65C8ED60D8A5}" srcOrd="1" destOrd="0" presId="urn:microsoft.com/office/officeart/2008/layout/LinedList"/>
    <dgm:cxn modelId="{5DE6E06C-0CF3-B444-BE7D-026695A30271}" type="presParOf" srcId="{3B09BC48-5C0D-4642-8500-C5746A5457A2}" destId="{2C56CBA3-D8CC-B844-BFA5-A9CC48587C8A}" srcOrd="4" destOrd="0" presId="urn:microsoft.com/office/officeart/2008/layout/LinedList"/>
    <dgm:cxn modelId="{39F62FDB-EF9D-3344-8D19-1EE64E93737D}" type="presParOf" srcId="{3B09BC48-5C0D-4642-8500-C5746A5457A2}" destId="{176AF7C8-75CB-584E-BF1F-B6C101EC5B64}" srcOrd="5" destOrd="0" presId="urn:microsoft.com/office/officeart/2008/layout/LinedList"/>
    <dgm:cxn modelId="{94E48EFF-4438-C643-8CE5-5DAE6F63698D}" type="presParOf" srcId="{176AF7C8-75CB-584E-BF1F-B6C101EC5B64}" destId="{E503AE25-1AB2-6E40-B760-7B24DB0AF2BD}" srcOrd="0" destOrd="0" presId="urn:microsoft.com/office/officeart/2008/layout/LinedList"/>
    <dgm:cxn modelId="{8617184C-DC49-3142-99D1-354D4651D1F7}" type="presParOf" srcId="{176AF7C8-75CB-584E-BF1F-B6C101EC5B64}" destId="{46AAEF20-CFA5-4843-821B-AA6966B654BB}" srcOrd="1" destOrd="0" presId="urn:microsoft.com/office/officeart/2008/layout/LinedList"/>
    <dgm:cxn modelId="{04416D6C-77F9-4746-ABDE-24CF9268B806}" type="presParOf" srcId="{3B09BC48-5C0D-4642-8500-C5746A5457A2}" destId="{7D4811BE-A0D3-194A-AED4-EEC5D43EED2B}" srcOrd="6" destOrd="0" presId="urn:microsoft.com/office/officeart/2008/layout/LinedList"/>
    <dgm:cxn modelId="{8927BD44-B983-274C-AA9F-6479D03BBB3B}" type="presParOf" srcId="{3B09BC48-5C0D-4642-8500-C5746A5457A2}" destId="{3ECA0FE3-AB4C-5448-AE53-51F125BD08F3}" srcOrd="7" destOrd="0" presId="urn:microsoft.com/office/officeart/2008/layout/LinedList"/>
    <dgm:cxn modelId="{F6AA253C-231F-8249-9585-CFB01E98D879}" type="presParOf" srcId="{3ECA0FE3-AB4C-5448-AE53-51F125BD08F3}" destId="{0BF77C06-F3E7-3D47-9846-F275F3DD4B59}" srcOrd="0" destOrd="0" presId="urn:microsoft.com/office/officeart/2008/layout/LinedList"/>
    <dgm:cxn modelId="{9D129FF1-9BC6-594C-A1B9-665521CB73CA}" type="presParOf" srcId="{3ECA0FE3-AB4C-5448-AE53-51F125BD08F3}" destId="{A0027457-F418-C543-8BB9-B98BC1C259D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DAC9C5-F90D-4B70-88BF-C798B36FB40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84E9C1-32C6-3C42-A3F6-5592AD79EAAA}">
      <dgm:prSet/>
      <dgm:spPr/>
      <dgm:t>
        <a:bodyPr/>
        <a:lstStyle/>
        <a:p>
          <a:pPr>
            <a:lnSpc>
              <a:spcPct val="100000"/>
            </a:lnSpc>
          </a:pPr>
          <a:r>
            <a:rPr lang="en-IN"/>
            <a:t>The dataset contains aggregated, county-level lung cancer incidence and mortality records across the United States, with each observation representing a county for a given year.</a:t>
          </a:r>
        </a:p>
      </dgm:t>
    </dgm:pt>
    <dgm:pt modelId="{590F8FD2-551A-5A45-BED6-B711EE4B2A55}" type="parTrans" cxnId="{29E93920-CD74-194C-B976-29E8B06A9D29}">
      <dgm:prSet/>
      <dgm:spPr/>
      <dgm:t>
        <a:bodyPr/>
        <a:lstStyle/>
        <a:p>
          <a:endParaRPr lang="en-GB"/>
        </a:p>
      </dgm:t>
    </dgm:pt>
    <dgm:pt modelId="{E28BF37F-4824-C44F-9F0C-B03B8146CE32}" type="sibTrans" cxnId="{29E93920-CD74-194C-B976-29E8B06A9D29}">
      <dgm:prSet/>
      <dgm:spPr/>
      <dgm:t>
        <a:bodyPr/>
        <a:lstStyle/>
        <a:p>
          <a:endParaRPr lang="en-GB"/>
        </a:p>
      </dgm:t>
    </dgm:pt>
    <dgm:pt modelId="{8BAA8B6B-1EE3-E14B-B3D8-B78DED23A611}">
      <dgm:prSet/>
      <dgm:spPr/>
      <dgm:t>
        <a:bodyPr/>
        <a:lstStyle/>
        <a:p>
          <a:pPr>
            <a:lnSpc>
              <a:spcPct val="100000"/>
            </a:lnSpc>
          </a:pPr>
          <a:r>
            <a:rPr lang="en-IN" dirty="0"/>
            <a:t>Variables include cancer outcome measures, geographic identifiers, and selected </a:t>
          </a:r>
          <a:r>
            <a:rPr lang="en-IN" dirty="0" err="1"/>
            <a:t>behavioral</a:t>
          </a:r>
          <a:r>
            <a:rPr lang="en-IN" dirty="0"/>
            <a:t> risk indicators such as smoking prevalence.</a:t>
          </a:r>
        </a:p>
      </dgm:t>
    </dgm:pt>
    <dgm:pt modelId="{90F1AACD-46BE-0243-A4CF-AF84EB44BA75}" type="parTrans" cxnId="{ED0B39EF-EE20-5E4F-8D6E-6512C6D1E49D}">
      <dgm:prSet/>
      <dgm:spPr/>
      <dgm:t>
        <a:bodyPr/>
        <a:lstStyle/>
        <a:p>
          <a:endParaRPr lang="en-GB"/>
        </a:p>
      </dgm:t>
    </dgm:pt>
    <dgm:pt modelId="{D6B14C3D-3968-9340-AA5B-04B861A7BEAC}" type="sibTrans" cxnId="{ED0B39EF-EE20-5E4F-8D6E-6512C6D1E49D}">
      <dgm:prSet/>
      <dgm:spPr/>
      <dgm:t>
        <a:bodyPr/>
        <a:lstStyle/>
        <a:p>
          <a:endParaRPr lang="en-GB"/>
        </a:p>
      </dgm:t>
    </dgm:pt>
    <dgm:pt modelId="{24C9C0DB-6413-5946-9B80-FE00F3179BCE}">
      <dgm:prSet/>
      <dgm:spPr/>
      <dgm:t>
        <a:bodyPr/>
        <a:lstStyle/>
        <a:p>
          <a:pPr>
            <a:lnSpc>
              <a:spcPct val="100000"/>
            </a:lnSpc>
          </a:pPr>
          <a:r>
            <a:rPr lang="en-IN"/>
            <a:t>All data were obtained from publicly available government sources and provided in CSV (.csv) format for statistical and regression analysis.</a:t>
          </a:r>
        </a:p>
      </dgm:t>
    </dgm:pt>
    <dgm:pt modelId="{7C675344-B9CD-8846-860F-09E1ED4F6C57}" type="parTrans" cxnId="{8AB55417-ACF7-9C4A-B9A4-181C38BE5C10}">
      <dgm:prSet/>
      <dgm:spPr/>
      <dgm:t>
        <a:bodyPr/>
        <a:lstStyle/>
        <a:p>
          <a:endParaRPr lang="en-GB"/>
        </a:p>
      </dgm:t>
    </dgm:pt>
    <dgm:pt modelId="{AAEC387E-8850-D24B-B695-2DD035BA55BC}" type="sibTrans" cxnId="{8AB55417-ACF7-9C4A-B9A4-181C38BE5C10}">
      <dgm:prSet/>
      <dgm:spPr/>
      <dgm:t>
        <a:bodyPr/>
        <a:lstStyle/>
        <a:p>
          <a:endParaRPr lang="en-GB"/>
        </a:p>
      </dgm:t>
    </dgm:pt>
    <dgm:pt modelId="{390F53E7-60FC-4083-A10A-03E7A93DBE38}" type="pres">
      <dgm:prSet presAssocID="{FFDAC9C5-F90D-4B70-88BF-C798B36FB407}" presName="root" presStyleCnt="0">
        <dgm:presLayoutVars>
          <dgm:dir/>
          <dgm:resizeHandles val="exact"/>
        </dgm:presLayoutVars>
      </dgm:prSet>
      <dgm:spPr/>
    </dgm:pt>
    <dgm:pt modelId="{DF639359-F1C7-4C99-A62C-319BF806B7F6}" type="pres">
      <dgm:prSet presAssocID="{2584E9C1-32C6-3C42-A3F6-5592AD79EAAA}" presName="compNode" presStyleCnt="0"/>
      <dgm:spPr/>
    </dgm:pt>
    <dgm:pt modelId="{155EC573-866C-4BDD-B039-10A566EF23CC}" type="pres">
      <dgm:prSet presAssocID="{2584E9C1-32C6-3C42-A3F6-5592AD79EAAA}" presName="bgRect" presStyleLbl="bgShp" presStyleIdx="0" presStyleCnt="3"/>
      <dgm:spPr/>
    </dgm:pt>
    <dgm:pt modelId="{E8A1381B-6D62-4C77-8A23-E0667997C0BE}" type="pres">
      <dgm:prSet presAssocID="{2584E9C1-32C6-3C42-A3F6-5592AD79EA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ungs"/>
        </a:ext>
      </dgm:extLst>
    </dgm:pt>
    <dgm:pt modelId="{2A13E0B0-1080-4AAB-B683-EC79518B2184}" type="pres">
      <dgm:prSet presAssocID="{2584E9C1-32C6-3C42-A3F6-5592AD79EAAA}" presName="spaceRect" presStyleCnt="0"/>
      <dgm:spPr/>
    </dgm:pt>
    <dgm:pt modelId="{0062995A-AD2A-42F4-A33D-EFC4451F845A}" type="pres">
      <dgm:prSet presAssocID="{2584E9C1-32C6-3C42-A3F6-5592AD79EAAA}" presName="parTx" presStyleLbl="revTx" presStyleIdx="0" presStyleCnt="3">
        <dgm:presLayoutVars>
          <dgm:chMax val="0"/>
          <dgm:chPref val="0"/>
        </dgm:presLayoutVars>
      </dgm:prSet>
      <dgm:spPr/>
    </dgm:pt>
    <dgm:pt modelId="{92B17324-B907-4CC0-9086-2DA2F04964A6}" type="pres">
      <dgm:prSet presAssocID="{E28BF37F-4824-C44F-9F0C-B03B8146CE32}" presName="sibTrans" presStyleCnt="0"/>
      <dgm:spPr/>
    </dgm:pt>
    <dgm:pt modelId="{A4062D4B-0E34-4840-98C3-174CB8BBABF5}" type="pres">
      <dgm:prSet presAssocID="{8BAA8B6B-1EE3-E14B-B3D8-B78DED23A611}" presName="compNode" presStyleCnt="0"/>
      <dgm:spPr/>
    </dgm:pt>
    <dgm:pt modelId="{E038A883-8BA5-4EED-A4CB-FEE260476C33}" type="pres">
      <dgm:prSet presAssocID="{8BAA8B6B-1EE3-E14B-B3D8-B78DED23A611}" presName="bgRect" presStyleLbl="bgShp" presStyleIdx="1" presStyleCnt="3"/>
      <dgm:spPr/>
    </dgm:pt>
    <dgm:pt modelId="{8D8AF4CD-48D0-47E9-B314-E941B2539ADF}" type="pres">
      <dgm:prSet presAssocID="{8BAA8B6B-1EE3-E14B-B3D8-B78DED23A6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o Smoking"/>
        </a:ext>
      </dgm:extLst>
    </dgm:pt>
    <dgm:pt modelId="{1816D416-A449-4F69-A7B5-F892F19E854C}" type="pres">
      <dgm:prSet presAssocID="{8BAA8B6B-1EE3-E14B-B3D8-B78DED23A611}" presName="spaceRect" presStyleCnt="0"/>
      <dgm:spPr/>
    </dgm:pt>
    <dgm:pt modelId="{52602562-6B0E-4F0F-ACD3-D734E6F19E5B}" type="pres">
      <dgm:prSet presAssocID="{8BAA8B6B-1EE3-E14B-B3D8-B78DED23A611}" presName="parTx" presStyleLbl="revTx" presStyleIdx="1" presStyleCnt="3">
        <dgm:presLayoutVars>
          <dgm:chMax val="0"/>
          <dgm:chPref val="0"/>
        </dgm:presLayoutVars>
      </dgm:prSet>
      <dgm:spPr/>
    </dgm:pt>
    <dgm:pt modelId="{2DCEEF17-6879-4F44-B3E8-498638C540BE}" type="pres">
      <dgm:prSet presAssocID="{D6B14C3D-3968-9340-AA5B-04B861A7BEAC}" presName="sibTrans" presStyleCnt="0"/>
      <dgm:spPr/>
    </dgm:pt>
    <dgm:pt modelId="{95CF1678-96FE-4285-94F7-E6AB1484F1BE}" type="pres">
      <dgm:prSet presAssocID="{24C9C0DB-6413-5946-9B80-FE00F3179BCE}" presName="compNode" presStyleCnt="0"/>
      <dgm:spPr/>
    </dgm:pt>
    <dgm:pt modelId="{CB40DD24-4FED-4BC0-ADE7-6ADA92E83CCE}" type="pres">
      <dgm:prSet presAssocID="{24C9C0DB-6413-5946-9B80-FE00F3179BCE}" presName="bgRect" presStyleLbl="bgShp" presStyleIdx="2" presStyleCnt="3"/>
      <dgm:spPr/>
    </dgm:pt>
    <dgm:pt modelId="{F37BFE8A-7E46-427D-A9E7-0E81A1AB705A}" type="pres">
      <dgm:prSet presAssocID="{24C9C0DB-6413-5946-9B80-FE00F3179B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200E392D-79A6-490B-AEF9-1DFD29437C52}" type="pres">
      <dgm:prSet presAssocID="{24C9C0DB-6413-5946-9B80-FE00F3179BCE}" presName="spaceRect" presStyleCnt="0"/>
      <dgm:spPr/>
    </dgm:pt>
    <dgm:pt modelId="{9D8CA1CC-0B4D-4A85-B0D8-5163D3F4A85F}" type="pres">
      <dgm:prSet presAssocID="{24C9C0DB-6413-5946-9B80-FE00F3179BCE}" presName="parTx" presStyleLbl="revTx" presStyleIdx="2" presStyleCnt="3">
        <dgm:presLayoutVars>
          <dgm:chMax val="0"/>
          <dgm:chPref val="0"/>
        </dgm:presLayoutVars>
      </dgm:prSet>
      <dgm:spPr/>
    </dgm:pt>
  </dgm:ptLst>
  <dgm:cxnLst>
    <dgm:cxn modelId="{8AB55417-ACF7-9C4A-B9A4-181C38BE5C10}" srcId="{FFDAC9C5-F90D-4B70-88BF-C798B36FB407}" destId="{24C9C0DB-6413-5946-9B80-FE00F3179BCE}" srcOrd="2" destOrd="0" parTransId="{7C675344-B9CD-8846-860F-09E1ED4F6C57}" sibTransId="{AAEC387E-8850-D24B-B695-2DD035BA55BC}"/>
    <dgm:cxn modelId="{29E93920-CD74-194C-B976-29E8B06A9D29}" srcId="{FFDAC9C5-F90D-4B70-88BF-C798B36FB407}" destId="{2584E9C1-32C6-3C42-A3F6-5592AD79EAAA}" srcOrd="0" destOrd="0" parTransId="{590F8FD2-551A-5A45-BED6-B711EE4B2A55}" sibTransId="{E28BF37F-4824-C44F-9F0C-B03B8146CE32}"/>
    <dgm:cxn modelId="{00615732-C2FF-F148-BC3B-D58E6DFFE4A7}" type="presOf" srcId="{8BAA8B6B-1EE3-E14B-B3D8-B78DED23A611}" destId="{52602562-6B0E-4F0F-ACD3-D734E6F19E5B}" srcOrd="0" destOrd="0" presId="urn:microsoft.com/office/officeart/2018/2/layout/IconVerticalSolidList"/>
    <dgm:cxn modelId="{3399564C-ABBB-5F41-A703-FBBD9B0715FD}" type="presOf" srcId="{FFDAC9C5-F90D-4B70-88BF-C798B36FB407}" destId="{390F53E7-60FC-4083-A10A-03E7A93DBE38}" srcOrd="0" destOrd="0" presId="urn:microsoft.com/office/officeart/2018/2/layout/IconVerticalSolidList"/>
    <dgm:cxn modelId="{7DF0D770-6A83-7141-B3EB-8D61E55A1E23}" type="presOf" srcId="{24C9C0DB-6413-5946-9B80-FE00F3179BCE}" destId="{9D8CA1CC-0B4D-4A85-B0D8-5163D3F4A85F}" srcOrd="0" destOrd="0" presId="urn:microsoft.com/office/officeart/2018/2/layout/IconVerticalSolidList"/>
    <dgm:cxn modelId="{C861D693-90DC-FD41-B555-D4E633682B41}" type="presOf" srcId="{2584E9C1-32C6-3C42-A3F6-5592AD79EAAA}" destId="{0062995A-AD2A-42F4-A33D-EFC4451F845A}" srcOrd="0" destOrd="0" presId="urn:microsoft.com/office/officeart/2018/2/layout/IconVerticalSolidList"/>
    <dgm:cxn modelId="{ED0B39EF-EE20-5E4F-8D6E-6512C6D1E49D}" srcId="{FFDAC9C5-F90D-4B70-88BF-C798B36FB407}" destId="{8BAA8B6B-1EE3-E14B-B3D8-B78DED23A611}" srcOrd="1" destOrd="0" parTransId="{90F1AACD-46BE-0243-A4CF-AF84EB44BA75}" sibTransId="{D6B14C3D-3968-9340-AA5B-04B861A7BEAC}"/>
    <dgm:cxn modelId="{7A46D06B-8DF2-3241-AB64-EAC2430AC425}" type="presParOf" srcId="{390F53E7-60FC-4083-A10A-03E7A93DBE38}" destId="{DF639359-F1C7-4C99-A62C-319BF806B7F6}" srcOrd="0" destOrd="0" presId="urn:microsoft.com/office/officeart/2018/2/layout/IconVerticalSolidList"/>
    <dgm:cxn modelId="{93D2B243-661D-774A-9D50-110EE4BACC82}" type="presParOf" srcId="{DF639359-F1C7-4C99-A62C-319BF806B7F6}" destId="{155EC573-866C-4BDD-B039-10A566EF23CC}" srcOrd="0" destOrd="0" presId="urn:microsoft.com/office/officeart/2018/2/layout/IconVerticalSolidList"/>
    <dgm:cxn modelId="{501736E6-60B9-E645-9860-5F1AACE0BD4E}" type="presParOf" srcId="{DF639359-F1C7-4C99-A62C-319BF806B7F6}" destId="{E8A1381B-6D62-4C77-8A23-E0667997C0BE}" srcOrd="1" destOrd="0" presId="urn:microsoft.com/office/officeart/2018/2/layout/IconVerticalSolidList"/>
    <dgm:cxn modelId="{B2861C80-3467-E242-B970-7DBDE888EDF8}" type="presParOf" srcId="{DF639359-F1C7-4C99-A62C-319BF806B7F6}" destId="{2A13E0B0-1080-4AAB-B683-EC79518B2184}" srcOrd="2" destOrd="0" presId="urn:microsoft.com/office/officeart/2018/2/layout/IconVerticalSolidList"/>
    <dgm:cxn modelId="{04A9DDC5-8C20-5745-83AE-4BCBBA3C1B55}" type="presParOf" srcId="{DF639359-F1C7-4C99-A62C-319BF806B7F6}" destId="{0062995A-AD2A-42F4-A33D-EFC4451F845A}" srcOrd="3" destOrd="0" presId="urn:microsoft.com/office/officeart/2018/2/layout/IconVerticalSolidList"/>
    <dgm:cxn modelId="{D84D4A31-EECB-504E-8822-F515722579F7}" type="presParOf" srcId="{390F53E7-60FC-4083-A10A-03E7A93DBE38}" destId="{92B17324-B907-4CC0-9086-2DA2F04964A6}" srcOrd="1" destOrd="0" presId="urn:microsoft.com/office/officeart/2018/2/layout/IconVerticalSolidList"/>
    <dgm:cxn modelId="{F559B2C0-C691-CE4E-BBB6-B55976E22859}" type="presParOf" srcId="{390F53E7-60FC-4083-A10A-03E7A93DBE38}" destId="{A4062D4B-0E34-4840-98C3-174CB8BBABF5}" srcOrd="2" destOrd="0" presId="urn:microsoft.com/office/officeart/2018/2/layout/IconVerticalSolidList"/>
    <dgm:cxn modelId="{B77088D1-501E-1640-86C9-C045ADED43C9}" type="presParOf" srcId="{A4062D4B-0E34-4840-98C3-174CB8BBABF5}" destId="{E038A883-8BA5-4EED-A4CB-FEE260476C33}" srcOrd="0" destOrd="0" presId="urn:microsoft.com/office/officeart/2018/2/layout/IconVerticalSolidList"/>
    <dgm:cxn modelId="{D5F694EB-2E58-FE44-A44F-D5D46FA4973D}" type="presParOf" srcId="{A4062D4B-0E34-4840-98C3-174CB8BBABF5}" destId="{8D8AF4CD-48D0-47E9-B314-E941B2539ADF}" srcOrd="1" destOrd="0" presId="urn:microsoft.com/office/officeart/2018/2/layout/IconVerticalSolidList"/>
    <dgm:cxn modelId="{0842DB51-50E9-CF4E-8392-B835A623026A}" type="presParOf" srcId="{A4062D4B-0E34-4840-98C3-174CB8BBABF5}" destId="{1816D416-A449-4F69-A7B5-F892F19E854C}" srcOrd="2" destOrd="0" presId="urn:microsoft.com/office/officeart/2018/2/layout/IconVerticalSolidList"/>
    <dgm:cxn modelId="{AF807C21-70D4-A34E-BAFC-25757DE68B9B}" type="presParOf" srcId="{A4062D4B-0E34-4840-98C3-174CB8BBABF5}" destId="{52602562-6B0E-4F0F-ACD3-D734E6F19E5B}" srcOrd="3" destOrd="0" presId="urn:microsoft.com/office/officeart/2018/2/layout/IconVerticalSolidList"/>
    <dgm:cxn modelId="{C0D8A269-68C6-054D-9DA8-DE19FF14326D}" type="presParOf" srcId="{390F53E7-60FC-4083-A10A-03E7A93DBE38}" destId="{2DCEEF17-6879-4F44-B3E8-498638C540BE}" srcOrd="3" destOrd="0" presId="urn:microsoft.com/office/officeart/2018/2/layout/IconVerticalSolidList"/>
    <dgm:cxn modelId="{9EDA940D-DCFB-2846-823F-F61BADB4B36E}" type="presParOf" srcId="{390F53E7-60FC-4083-A10A-03E7A93DBE38}" destId="{95CF1678-96FE-4285-94F7-E6AB1484F1BE}" srcOrd="4" destOrd="0" presId="urn:microsoft.com/office/officeart/2018/2/layout/IconVerticalSolidList"/>
    <dgm:cxn modelId="{01219927-C763-1A42-A820-D49522C14E7D}" type="presParOf" srcId="{95CF1678-96FE-4285-94F7-E6AB1484F1BE}" destId="{CB40DD24-4FED-4BC0-ADE7-6ADA92E83CCE}" srcOrd="0" destOrd="0" presId="urn:microsoft.com/office/officeart/2018/2/layout/IconVerticalSolidList"/>
    <dgm:cxn modelId="{B80CC564-705F-E546-9CFF-69A6A4EBD8B6}" type="presParOf" srcId="{95CF1678-96FE-4285-94F7-E6AB1484F1BE}" destId="{F37BFE8A-7E46-427D-A9E7-0E81A1AB705A}" srcOrd="1" destOrd="0" presId="urn:microsoft.com/office/officeart/2018/2/layout/IconVerticalSolidList"/>
    <dgm:cxn modelId="{590DAA99-4B75-C24B-8158-D36AA44DD0DE}" type="presParOf" srcId="{95CF1678-96FE-4285-94F7-E6AB1484F1BE}" destId="{200E392D-79A6-490B-AEF9-1DFD29437C52}" srcOrd="2" destOrd="0" presId="urn:microsoft.com/office/officeart/2018/2/layout/IconVerticalSolidList"/>
    <dgm:cxn modelId="{A300F37B-6EA3-2D4C-991D-F2E2690C45C5}" type="presParOf" srcId="{95CF1678-96FE-4285-94F7-E6AB1484F1BE}" destId="{9D8CA1CC-0B4D-4A85-B0D8-5163D3F4A85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C5CF4A-BFAE-406F-8319-43EEF746C9E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F45DFE-644D-4867-AD6D-F0718DA9121E}">
      <dgm:prSet/>
      <dgm:spPr/>
      <dgm:t>
        <a:bodyPr/>
        <a:lstStyle/>
        <a:p>
          <a:r>
            <a:rPr lang="en-IN"/>
            <a:t>Data were collected from official U.S. cancer surveillance systems.</a:t>
          </a:r>
          <a:endParaRPr lang="en-US"/>
        </a:p>
      </dgm:t>
    </dgm:pt>
    <dgm:pt modelId="{A8A93095-4715-4EDC-BA7F-90A887E06009}" type="parTrans" cxnId="{C606D269-30F7-4555-8E06-C7D14B1C0C18}">
      <dgm:prSet/>
      <dgm:spPr/>
      <dgm:t>
        <a:bodyPr/>
        <a:lstStyle/>
        <a:p>
          <a:endParaRPr lang="en-US"/>
        </a:p>
      </dgm:t>
    </dgm:pt>
    <dgm:pt modelId="{16CA1BF2-625C-4C51-A475-4F8FB7689FEC}" type="sibTrans" cxnId="{C606D269-30F7-4555-8E06-C7D14B1C0C18}">
      <dgm:prSet/>
      <dgm:spPr/>
      <dgm:t>
        <a:bodyPr/>
        <a:lstStyle/>
        <a:p>
          <a:endParaRPr lang="en-US"/>
        </a:p>
      </dgm:t>
    </dgm:pt>
    <dgm:pt modelId="{46C18D68-4265-4FF4-91F6-88E30D1D9EEF}">
      <dgm:prSet/>
      <dgm:spPr/>
      <dgm:t>
        <a:bodyPr/>
        <a:lstStyle/>
        <a:p>
          <a:r>
            <a:rPr lang="en-IN"/>
            <a:t>County-level datasets were downloaded directly from public data portals.</a:t>
          </a:r>
          <a:endParaRPr lang="en-US"/>
        </a:p>
      </dgm:t>
    </dgm:pt>
    <dgm:pt modelId="{FF35ADFA-542E-48AB-9550-9A01B3DDFCB8}" type="parTrans" cxnId="{9E5D8C78-B892-4CA8-A086-CAF3FB977A37}">
      <dgm:prSet/>
      <dgm:spPr/>
      <dgm:t>
        <a:bodyPr/>
        <a:lstStyle/>
        <a:p>
          <a:endParaRPr lang="en-US"/>
        </a:p>
      </dgm:t>
    </dgm:pt>
    <dgm:pt modelId="{7F4D5B13-9EA5-4D00-938E-638A3AE88775}" type="sibTrans" cxnId="{9E5D8C78-B892-4CA8-A086-CAF3FB977A37}">
      <dgm:prSet/>
      <dgm:spPr/>
      <dgm:t>
        <a:bodyPr/>
        <a:lstStyle/>
        <a:p>
          <a:endParaRPr lang="en-US"/>
        </a:p>
      </dgm:t>
    </dgm:pt>
    <dgm:pt modelId="{AD86BBF7-AD18-4223-87F2-E26B7C5E9531}">
      <dgm:prSet/>
      <dgm:spPr/>
      <dgm:t>
        <a:bodyPr/>
        <a:lstStyle/>
        <a:p>
          <a:r>
            <a:rPr lang="en-IN"/>
            <a:t>Data files were obtained in </a:t>
          </a:r>
          <a:r>
            <a:rPr lang="en-IN" b="1"/>
            <a:t>CSV format</a:t>
          </a:r>
          <a:r>
            <a:rPr lang="en-IN"/>
            <a:t> for reproducibility.</a:t>
          </a:r>
          <a:endParaRPr lang="en-US"/>
        </a:p>
      </dgm:t>
    </dgm:pt>
    <dgm:pt modelId="{8112407A-A632-4467-A1C8-5230B662BCF3}" type="parTrans" cxnId="{0552E18E-DE5E-4923-BCFF-28913B78E263}">
      <dgm:prSet/>
      <dgm:spPr/>
      <dgm:t>
        <a:bodyPr/>
        <a:lstStyle/>
        <a:p>
          <a:endParaRPr lang="en-US"/>
        </a:p>
      </dgm:t>
    </dgm:pt>
    <dgm:pt modelId="{C6271409-9141-46A8-8E4D-9B0A067F32FD}" type="sibTrans" cxnId="{0552E18E-DE5E-4923-BCFF-28913B78E263}">
      <dgm:prSet/>
      <dgm:spPr/>
      <dgm:t>
        <a:bodyPr/>
        <a:lstStyle/>
        <a:p>
          <a:endParaRPr lang="en-US"/>
        </a:p>
      </dgm:t>
    </dgm:pt>
    <dgm:pt modelId="{CD851704-E4AD-4797-B204-BA9E06551EA6}">
      <dgm:prSet/>
      <dgm:spPr/>
      <dgm:t>
        <a:bodyPr/>
        <a:lstStyle/>
        <a:p>
          <a:r>
            <a:rPr lang="en-IN"/>
            <a:t>No personal identifiers are included, ensuring ethical data use.</a:t>
          </a:r>
          <a:endParaRPr lang="en-US"/>
        </a:p>
      </dgm:t>
    </dgm:pt>
    <dgm:pt modelId="{6F55651F-5AF1-49A5-BE78-A16C0304F48A}" type="parTrans" cxnId="{8CB97709-3464-4D2E-9CF4-8BAF250FDEAB}">
      <dgm:prSet/>
      <dgm:spPr/>
      <dgm:t>
        <a:bodyPr/>
        <a:lstStyle/>
        <a:p>
          <a:endParaRPr lang="en-US"/>
        </a:p>
      </dgm:t>
    </dgm:pt>
    <dgm:pt modelId="{7A35BCC5-3B67-4E9D-BB8B-5B484B7DEACC}" type="sibTrans" cxnId="{8CB97709-3464-4D2E-9CF4-8BAF250FDEAB}">
      <dgm:prSet/>
      <dgm:spPr/>
      <dgm:t>
        <a:bodyPr/>
        <a:lstStyle/>
        <a:p>
          <a:endParaRPr lang="en-US"/>
        </a:p>
      </dgm:t>
    </dgm:pt>
    <dgm:pt modelId="{0C05A7B5-5F8F-4C33-A1C7-6B7E90A38C5D}" type="pres">
      <dgm:prSet presAssocID="{6EC5CF4A-BFAE-406F-8319-43EEF746C9E3}" presName="root" presStyleCnt="0">
        <dgm:presLayoutVars>
          <dgm:dir/>
          <dgm:resizeHandles val="exact"/>
        </dgm:presLayoutVars>
      </dgm:prSet>
      <dgm:spPr/>
    </dgm:pt>
    <dgm:pt modelId="{8A69794C-664A-4BDC-9E3D-2E8A4F6D829F}" type="pres">
      <dgm:prSet presAssocID="{0BF45DFE-644D-4867-AD6D-F0718DA9121E}" presName="compNode" presStyleCnt="0"/>
      <dgm:spPr/>
    </dgm:pt>
    <dgm:pt modelId="{65151561-5E37-4FC2-A610-EA6E1259A51D}" type="pres">
      <dgm:prSet presAssocID="{0BF45DFE-644D-4867-AD6D-F0718DA9121E}" presName="bgRect" presStyleLbl="bgShp" presStyleIdx="0" presStyleCnt="4"/>
      <dgm:spPr/>
    </dgm:pt>
    <dgm:pt modelId="{503621FA-A29A-479C-BFBA-AC2FA9BC0863}" type="pres">
      <dgm:prSet presAssocID="{0BF45DFE-644D-4867-AD6D-F0718DA9121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curity Camera"/>
        </a:ext>
      </dgm:extLst>
    </dgm:pt>
    <dgm:pt modelId="{01C50875-18E2-4AFC-80B9-ACAEC729BE13}" type="pres">
      <dgm:prSet presAssocID="{0BF45DFE-644D-4867-AD6D-F0718DA9121E}" presName="spaceRect" presStyleCnt="0"/>
      <dgm:spPr/>
    </dgm:pt>
    <dgm:pt modelId="{371518A6-744F-45D1-AFBD-C70CFB24D40E}" type="pres">
      <dgm:prSet presAssocID="{0BF45DFE-644D-4867-AD6D-F0718DA9121E}" presName="parTx" presStyleLbl="revTx" presStyleIdx="0" presStyleCnt="4">
        <dgm:presLayoutVars>
          <dgm:chMax val="0"/>
          <dgm:chPref val="0"/>
        </dgm:presLayoutVars>
      </dgm:prSet>
      <dgm:spPr/>
    </dgm:pt>
    <dgm:pt modelId="{33B7A24F-20C9-4A27-BB8A-BD62CF4135F2}" type="pres">
      <dgm:prSet presAssocID="{16CA1BF2-625C-4C51-A475-4F8FB7689FEC}" presName="sibTrans" presStyleCnt="0"/>
      <dgm:spPr/>
    </dgm:pt>
    <dgm:pt modelId="{C1DB0D4C-9E4B-4F94-B129-D9D4F594E1AE}" type="pres">
      <dgm:prSet presAssocID="{46C18D68-4265-4FF4-91F6-88E30D1D9EEF}" presName="compNode" presStyleCnt="0"/>
      <dgm:spPr/>
    </dgm:pt>
    <dgm:pt modelId="{0F6633A4-B82D-4823-B13D-EBB070A6720F}" type="pres">
      <dgm:prSet presAssocID="{46C18D68-4265-4FF4-91F6-88E30D1D9EEF}" presName="bgRect" presStyleLbl="bgShp" presStyleIdx="1" presStyleCnt="4"/>
      <dgm:spPr/>
    </dgm:pt>
    <dgm:pt modelId="{0E97072F-E486-4976-BE79-D63062036795}" type="pres">
      <dgm:prSet presAssocID="{46C18D68-4265-4FF4-91F6-88E30D1D9EE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1773D34-A8FF-4B5C-B246-9F0F2DC5E1C9}" type="pres">
      <dgm:prSet presAssocID="{46C18D68-4265-4FF4-91F6-88E30D1D9EEF}" presName="spaceRect" presStyleCnt="0"/>
      <dgm:spPr/>
    </dgm:pt>
    <dgm:pt modelId="{AB007C67-AD82-4BC6-AADD-ADAFAE90CD23}" type="pres">
      <dgm:prSet presAssocID="{46C18D68-4265-4FF4-91F6-88E30D1D9EEF}" presName="parTx" presStyleLbl="revTx" presStyleIdx="1" presStyleCnt="4">
        <dgm:presLayoutVars>
          <dgm:chMax val="0"/>
          <dgm:chPref val="0"/>
        </dgm:presLayoutVars>
      </dgm:prSet>
      <dgm:spPr/>
    </dgm:pt>
    <dgm:pt modelId="{0E527C62-5943-4717-8586-7BE5F6C6ECEA}" type="pres">
      <dgm:prSet presAssocID="{7F4D5B13-9EA5-4D00-938E-638A3AE88775}" presName="sibTrans" presStyleCnt="0"/>
      <dgm:spPr/>
    </dgm:pt>
    <dgm:pt modelId="{CBC9D29A-89D4-47FC-B3AA-9532781CE454}" type="pres">
      <dgm:prSet presAssocID="{AD86BBF7-AD18-4223-87F2-E26B7C5E9531}" presName="compNode" presStyleCnt="0"/>
      <dgm:spPr/>
    </dgm:pt>
    <dgm:pt modelId="{FFC8C59B-97A7-4123-8AB8-8836FE22924E}" type="pres">
      <dgm:prSet presAssocID="{AD86BBF7-AD18-4223-87F2-E26B7C5E9531}" presName="bgRect" presStyleLbl="bgShp" presStyleIdx="2" presStyleCnt="4"/>
      <dgm:spPr/>
    </dgm:pt>
    <dgm:pt modelId="{E6152EA4-F5F2-4337-B6C3-D1F42579EF85}" type="pres">
      <dgm:prSet presAssocID="{AD86BBF7-AD18-4223-87F2-E26B7C5E953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D87EF1E0-5E94-4CAE-BAA5-A6FF0C39DF98}" type="pres">
      <dgm:prSet presAssocID="{AD86BBF7-AD18-4223-87F2-E26B7C5E9531}" presName="spaceRect" presStyleCnt="0"/>
      <dgm:spPr/>
    </dgm:pt>
    <dgm:pt modelId="{5F03FD0B-396F-4E56-9650-A2EC16ED85A5}" type="pres">
      <dgm:prSet presAssocID="{AD86BBF7-AD18-4223-87F2-E26B7C5E9531}" presName="parTx" presStyleLbl="revTx" presStyleIdx="2" presStyleCnt="4">
        <dgm:presLayoutVars>
          <dgm:chMax val="0"/>
          <dgm:chPref val="0"/>
        </dgm:presLayoutVars>
      </dgm:prSet>
      <dgm:spPr/>
    </dgm:pt>
    <dgm:pt modelId="{782C0240-4E51-4F2B-A7C7-6AEAC767C372}" type="pres">
      <dgm:prSet presAssocID="{C6271409-9141-46A8-8E4D-9B0A067F32FD}" presName="sibTrans" presStyleCnt="0"/>
      <dgm:spPr/>
    </dgm:pt>
    <dgm:pt modelId="{EB8667FA-D1FE-4339-BA2C-9FFF5EF3B920}" type="pres">
      <dgm:prSet presAssocID="{CD851704-E4AD-4797-B204-BA9E06551EA6}" presName="compNode" presStyleCnt="0"/>
      <dgm:spPr/>
    </dgm:pt>
    <dgm:pt modelId="{1E3C4598-EB0F-482C-9B24-0137979858F4}" type="pres">
      <dgm:prSet presAssocID="{CD851704-E4AD-4797-B204-BA9E06551EA6}" presName="bgRect" presStyleLbl="bgShp" presStyleIdx="3" presStyleCnt="4"/>
      <dgm:spPr/>
    </dgm:pt>
    <dgm:pt modelId="{3E0C13ED-5692-4225-AA00-0E006DAE1900}" type="pres">
      <dgm:prSet presAssocID="{CD851704-E4AD-4797-B204-BA9E06551E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redder"/>
        </a:ext>
      </dgm:extLst>
    </dgm:pt>
    <dgm:pt modelId="{1DCD04F8-065C-45E7-963A-DF0AB99F8F5B}" type="pres">
      <dgm:prSet presAssocID="{CD851704-E4AD-4797-B204-BA9E06551EA6}" presName="spaceRect" presStyleCnt="0"/>
      <dgm:spPr/>
    </dgm:pt>
    <dgm:pt modelId="{150C8418-A896-4135-9A9E-7066CBB3086E}" type="pres">
      <dgm:prSet presAssocID="{CD851704-E4AD-4797-B204-BA9E06551EA6}" presName="parTx" presStyleLbl="revTx" presStyleIdx="3" presStyleCnt="4">
        <dgm:presLayoutVars>
          <dgm:chMax val="0"/>
          <dgm:chPref val="0"/>
        </dgm:presLayoutVars>
      </dgm:prSet>
      <dgm:spPr/>
    </dgm:pt>
  </dgm:ptLst>
  <dgm:cxnLst>
    <dgm:cxn modelId="{21FE2102-59C0-4ED8-8CE2-F18819AD4C60}" type="presOf" srcId="{0BF45DFE-644D-4867-AD6D-F0718DA9121E}" destId="{371518A6-744F-45D1-AFBD-C70CFB24D40E}" srcOrd="0" destOrd="0" presId="urn:microsoft.com/office/officeart/2018/2/layout/IconVerticalSolidList"/>
    <dgm:cxn modelId="{8CB97709-3464-4D2E-9CF4-8BAF250FDEAB}" srcId="{6EC5CF4A-BFAE-406F-8319-43EEF746C9E3}" destId="{CD851704-E4AD-4797-B204-BA9E06551EA6}" srcOrd="3" destOrd="0" parTransId="{6F55651F-5AF1-49A5-BE78-A16C0304F48A}" sibTransId="{7A35BCC5-3B67-4E9D-BB8B-5B484B7DEACC}"/>
    <dgm:cxn modelId="{11760F2D-B921-4659-9B2C-2D602E2C132C}" type="presOf" srcId="{46C18D68-4265-4FF4-91F6-88E30D1D9EEF}" destId="{AB007C67-AD82-4BC6-AADD-ADAFAE90CD23}" srcOrd="0" destOrd="0" presId="urn:microsoft.com/office/officeart/2018/2/layout/IconVerticalSolidList"/>
    <dgm:cxn modelId="{C606D269-30F7-4555-8E06-C7D14B1C0C18}" srcId="{6EC5CF4A-BFAE-406F-8319-43EEF746C9E3}" destId="{0BF45DFE-644D-4867-AD6D-F0718DA9121E}" srcOrd="0" destOrd="0" parTransId="{A8A93095-4715-4EDC-BA7F-90A887E06009}" sibTransId="{16CA1BF2-625C-4C51-A475-4F8FB7689FEC}"/>
    <dgm:cxn modelId="{9E5D8C78-B892-4CA8-A086-CAF3FB977A37}" srcId="{6EC5CF4A-BFAE-406F-8319-43EEF746C9E3}" destId="{46C18D68-4265-4FF4-91F6-88E30D1D9EEF}" srcOrd="1" destOrd="0" parTransId="{FF35ADFA-542E-48AB-9550-9A01B3DDFCB8}" sibTransId="{7F4D5B13-9EA5-4D00-938E-638A3AE88775}"/>
    <dgm:cxn modelId="{0552E18E-DE5E-4923-BCFF-28913B78E263}" srcId="{6EC5CF4A-BFAE-406F-8319-43EEF746C9E3}" destId="{AD86BBF7-AD18-4223-87F2-E26B7C5E9531}" srcOrd="2" destOrd="0" parTransId="{8112407A-A632-4467-A1C8-5230B662BCF3}" sibTransId="{C6271409-9141-46A8-8E4D-9B0A067F32FD}"/>
    <dgm:cxn modelId="{FFCC9EA7-91FA-48E6-A6B3-5101E07DA859}" type="presOf" srcId="{CD851704-E4AD-4797-B204-BA9E06551EA6}" destId="{150C8418-A896-4135-9A9E-7066CBB3086E}" srcOrd="0" destOrd="0" presId="urn:microsoft.com/office/officeart/2018/2/layout/IconVerticalSolidList"/>
    <dgm:cxn modelId="{08592ECF-207C-43B8-BAA0-50CB91A65AA4}" type="presOf" srcId="{AD86BBF7-AD18-4223-87F2-E26B7C5E9531}" destId="{5F03FD0B-396F-4E56-9650-A2EC16ED85A5}" srcOrd="0" destOrd="0" presId="urn:microsoft.com/office/officeart/2018/2/layout/IconVerticalSolidList"/>
    <dgm:cxn modelId="{A91B29F9-FBA2-45B0-860E-D561D6C56B8B}" type="presOf" srcId="{6EC5CF4A-BFAE-406F-8319-43EEF746C9E3}" destId="{0C05A7B5-5F8F-4C33-A1C7-6B7E90A38C5D}" srcOrd="0" destOrd="0" presId="urn:microsoft.com/office/officeart/2018/2/layout/IconVerticalSolidList"/>
    <dgm:cxn modelId="{292C4A22-4C31-499F-AEF4-3668AE249B2F}" type="presParOf" srcId="{0C05A7B5-5F8F-4C33-A1C7-6B7E90A38C5D}" destId="{8A69794C-664A-4BDC-9E3D-2E8A4F6D829F}" srcOrd="0" destOrd="0" presId="urn:microsoft.com/office/officeart/2018/2/layout/IconVerticalSolidList"/>
    <dgm:cxn modelId="{9C33E77E-F6B3-4C09-98DF-D20EA5712B19}" type="presParOf" srcId="{8A69794C-664A-4BDC-9E3D-2E8A4F6D829F}" destId="{65151561-5E37-4FC2-A610-EA6E1259A51D}" srcOrd="0" destOrd="0" presId="urn:microsoft.com/office/officeart/2018/2/layout/IconVerticalSolidList"/>
    <dgm:cxn modelId="{22A68FD3-0DE9-445B-83F9-BA365A701A63}" type="presParOf" srcId="{8A69794C-664A-4BDC-9E3D-2E8A4F6D829F}" destId="{503621FA-A29A-479C-BFBA-AC2FA9BC0863}" srcOrd="1" destOrd="0" presId="urn:microsoft.com/office/officeart/2018/2/layout/IconVerticalSolidList"/>
    <dgm:cxn modelId="{10532D0D-1118-49B4-BB1F-B09AEC503AF8}" type="presParOf" srcId="{8A69794C-664A-4BDC-9E3D-2E8A4F6D829F}" destId="{01C50875-18E2-4AFC-80B9-ACAEC729BE13}" srcOrd="2" destOrd="0" presId="urn:microsoft.com/office/officeart/2018/2/layout/IconVerticalSolidList"/>
    <dgm:cxn modelId="{72BA8727-C6C9-488B-A8AC-52A4E883559E}" type="presParOf" srcId="{8A69794C-664A-4BDC-9E3D-2E8A4F6D829F}" destId="{371518A6-744F-45D1-AFBD-C70CFB24D40E}" srcOrd="3" destOrd="0" presId="urn:microsoft.com/office/officeart/2018/2/layout/IconVerticalSolidList"/>
    <dgm:cxn modelId="{EBE0CD59-6B50-4D7B-8659-190F384FFED5}" type="presParOf" srcId="{0C05A7B5-5F8F-4C33-A1C7-6B7E90A38C5D}" destId="{33B7A24F-20C9-4A27-BB8A-BD62CF4135F2}" srcOrd="1" destOrd="0" presId="urn:microsoft.com/office/officeart/2018/2/layout/IconVerticalSolidList"/>
    <dgm:cxn modelId="{BEB532D0-55E8-4D3D-A061-9C85193E23D9}" type="presParOf" srcId="{0C05A7B5-5F8F-4C33-A1C7-6B7E90A38C5D}" destId="{C1DB0D4C-9E4B-4F94-B129-D9D4F594E1AE}" srcOrd="2" destOrd="0" presId="urn:microsoft.com/office/officeart/2018/2/layout/IconVerticalSolidList"/>
    <dgm:cxn modelId="{D540D47B-33D7-4DD9-B1EE-46559EA10714}" type="presParOf" srcId="{C1DB0D4C-9E4B-4F94-B129-D9D4F594E1AE}" destId="{0F6633A4-B82D-4823-B13D-EBB070A6720F}" srcOrd="0" destOrd="0" presId="urn:microsoft.com/office/officeart/2018/2/layout/IconVerticalSolidList"/>
    <dgm:cxn modelId="{655581A8-416E-464E-8D06-13BC8153A445}" type="presParOf" srcId="{C1DB0D4C-9E4B-4F94-B129-D9D4F594E1AE}" destId="{0E97072F-E486-4976-BE79-D63062036795}" srcOrd="1" destOrd="0" presId="urn:microsoft.com/office/officeart/2018/2/layout/IconVerticalSolidList"/>
    <dgm:cxn modelId="{5CB44F60-3A37-42DE-949D-38DF00600AE9}" type="presParOf" srcId="{C1DB0D4C-9E4B-4F94-B129-D9D4F594E1AE}" destId="{A1773D34-A8FF-4B5C-B246-9F0F2DC5E1C9}" srcOrd="2" destOrd="0" presId="urn:microsoft.com/office/officeart/2018/2/layout/IconVerticalSolidList"/>
    <dgm:cxn modelId="{1FF9E65B-7208-4D58-A420-2E908DC09D92}" type="presParOf" srcId="{C1DB0D4C-9E4B-4F94-B129-D9D4F594E1AE}" destId="{AB007C67-AD82-4BC6-AADD-ADAFAE90CD23}" srcOrd="3" destOrd="0" presId="urn:microsoft.com/office/officeart/2018/2/layout/IconVerticalSolidList"/>
    <dgm:cxn modelId="{73C63F6C-25F9-4809-BB29-0F05D58C8968}" type="presParOf" srcId="{0C05A7B5-5F8F-4C33-A1C7-6B7E90A38C5D}" destId="{0E527C62-5943-4717-8586-7BE5F6C6ECEA}" srcOrd="3" destOrd="0" presId="urn:microsoft.com/office/officeart/2018/2/layout/IconVerticalSolidList"/>
    <dgm:cxn modelId="{936309EA-D36E-4FF2-BFE3-1312FC89CAD6}" type="presParOf" srcId="{0C05A7B5-5F8F-4C33-A1C7-6B7E90A38C5D}" destId="{CBC9D29A-89D4-47FC-B3AA-9532781CE454}" srcOrd="4" destOrd="0" presId="urn:microsoft.com/office/officeart/2018/2/layout/IconVerticalSolidList"/>
    <dgm:cxn modelId="{7F2AF8BF-DF2C-40CA-ACC7-15A270603AC9}" type="presParOf" srcId="{CBC9D29A-89D4-47FC-B3AA-9532781CE454}" destId="{FFC8C59B-97A7-4123-8AB8-8836FE22924E}" srcOrd="0" destOrd="0" presId="urn:microsoft.com/office/officeart/2018/2/layout/IconVerticalSolidList"/>
    <dgm:cxn modelId="{908DEE9C-B215-4733-A2DC-10E4BB9ECD03}" type="presParOf" srcId="{CBC9D29A-89D4-47FC-B3AA-9532781CE454}" destId="{E6152EA4-F5F2-4337-B6C3-D1F42579EF85}" srcOrd="1" destOrd="0" presId="urn:microsoft.com/office/officeart/2018/2/layout/IconVerticalSolidList"/>
    <dgm:cxn modelId="{50BFC652-1448-4E30-852D-C18C6A814BB7}" type="presParOf" srcId="{CBC9D29A-89D4-47FC-B3AA-9532781CE454}" destId="{D87EF1E0-5E94-4CAE-BAA5-A6FF0C39DF98}" srcOrd="2" destOrd="0" presId="urn:microsoft.com/office/officeart/2018/2/layout/IconVerticalSolidList"/>
    <dgm:cxn modelId="{E2502C42-C7C8-49E9-BFFE-A12A6F7902C1}" type="presParOf" srcId="{CBC9D29A-89D4-47FC-B3AA-9532781CE454}" destId="{5F03FD0B-396F-4E56-9650-A2EC16ED85A5}" srcOrd="3" destOrd="0" presId="urn:microsoft.com/office/officeart/2018/2/layout/IconVerticalSolidList"/>
    <dgm:cxn modelId="{5DC95734-F9F0-49EF-B263-F86BC76E80E4}" type="presParOf" srcId="{0C05A7B5-5F8F-4C33-A1C7-6B7E90A38C5D}" destId="{782C0240-4E51-4F2B-A7C7-6AEAC767C372}" srcOrd="5" destOrd="0" presId="urn:microsoft.com/office/officeart/2018/2/layout/IconVerticalSolidList"/>
    <dgm:cxn modelId="{53BF01EA-2E8E-4C81-A398-85D88EED9E74}" type="presParOf" srcId="{0C05A7B5-5F8F-4C33-A1C7-6B7E90A38C5D}" destId="{EB8667FA-D1FE-4339-BA2C-9FFF5EF3B920}" srcOrd="6" destOrd="0" presId="urn:microsoft.com/office/officeart/2018/2/layout/IconVerticalSolidList"/>
    <dgm:cxn modelId="{A39743F6-57BB-4850-9DB1-710BB4691C43}" type="presParOf" srcId="{EB8667FA-D1FE-4339-BA2C-9FFF5EF3B920}" destId="{1E3C4598-EB0F-482C-9B24-0137979858F4}" srcOrd="0" destOrd="0" presId="urn:microsoft.com/office/officeart/2018/2/layout/IconVerticalSolidList"/>
    <dgm:cxn modelId="{4EE731EF-965D-4499-AD98-3BDC174D80E8}" type="presParOf" srcId="{EB8667FA-D1FE-4339-BA2C-9FFF5EF3B920}" destId="{3E0C13ED-5692-4225-AA00-0E006DAE1900}" srcOrd="1" destOrd="0" presId="urn:microsoft.com/office/officeart/2018/2/layout/IconVerticalSolidList"/>
    <dgm:cxn modelId="{14E7DA13-D6CF-48A0-9275-3CDB2DE5DB9B}" type="presParOf" srcId="{EB8667FA-D1FE-4339-BA2C-9FFF5EF3B920}" destId="{1DCD04F8-065C-45E7-963A-DF0AB99F8F5B}" srcOrd="2" destOrd="0" presId="urn:microsoft.com/office/officeart/2018/2/layout/IconVerticalSolidList"/>
    <dgm:cxn modelId="{1C0D799C-677C-46F5-9590-71B4179E88B8}" type="presParOf" srcId="{EB8667FA-D1FE-4339-BA2C-9FFF5EF3B920}" destId="{150C8418-A896-4135-9A9E-7066CBB308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C5B2A0-A4E7-45C3-A3A2-C3E24320E59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4B4DBDD-8484-472D-8D4E-1474C93BD908}">
      <dgm:prSet/>
      <dgm:spPr/>
      <dgm:t>
        <a:bodyPr/>
        <a:lstStyle/>
        <a:p>
          <a:r>
            <a:rPr lang="en-US" b="1" i="0" baseline="0" dirty="0"/>
            <a:t>Unit of Observation: </a:t>
          </a:r>
          <a:r>
            <a:rPr lang="en-US" b="0" i="0" baseline="0" dirty="0"/>
            <a:t>Each row represents a </a:t>
          </a:r>
          <a:r>
            <a:rPr lang="en-US" b="1" i="0" baseline="0" dirty="0"/>
            <a:t>county–year combination</a:t>
          </a:r>
          <a:r>
            <a:rPr lang="en-US" b="0" i="0" baseline="0" dirty="0"/>
            <a:t>.</a:t>
          </a:r>
          <a:endParaRPr lang="en-US" dirty="0"/>
        </a:p>
      </dgm:t>
    </dgm:pt>
    <dgm:pt modelId="{34A58670-CC04-4301-A6E5-C084B42CF892}" type="parTrans" cxnId="{5486BBF7-C459-4208-9C51-1D47F4CDDC94}">
      <dgm:prSet/>
      <dgm:spPr/>
      <dgm:t>
        <a:bodyPr/>
        <a:lstStyle/>
        <a:p>
          <a:endParaRPr lang="en-US"/>
        </a:p>
      </dgm:t>
    </dgm:pt>
    <dgm:pt modelId="{37919A62-0D27-4AD6-8B07-707519C3761A}" type="sibTrans" cxnId="{5486BBF7-C459-4208-9C51-1D47F4CDDC94}">
      <dgm:prSet/>
      <dgm:spPr/>
      <dgm:t>
        <a:bodyPr/>
        <a:lstStyle/>
        <a:p>
          <a:endParaRPr lang="en-US"/>
        </a:p>
      </dgm:t>
    </dgm:pt>
    <dgm:pt modelId="{5D44A2F5-EE7E-40EB-B573-6DF1EF3286CF}">
      <dgm:prSet/>
      <dgm:spPr/>
      <dgm:t>
        <a:bodyPr/>
        <a:lstStyle/>
        <a:p>
          <a:r>
            <a:rPr lang="en-US" b="1" i="0" baseline="0" dirty="0"/>
            <a:t>Geographic Coverage: </a:t>
          </a:r>
          <a:r>
            <a:rPr lang="en-US" b="0" i="0" baseline="0" dirty="0"/>
            <a:t>United States (county-level data).</a:t>
          </a:r>
          <a:endParaRPr lang="en-US" dirty="0"/>
        </a:p>
      </dgm:t>
    </dgm:pt>
    <dgm:pt modelId="{2E5B227C-4178-4E64-B5A2-FB2F0E774203}" type="parTrans" cxnId="{20F65987-DCD2-49F8-911E-D95C4E1C1CC0}">
      <dgm:prSet/>
      <dgm:spPr/>
      <dgm:t>
        <a:bodyPr/>
        <a:lstStyle/>
        <a:p>
          <a:endParaRPr lang="en-US"/>
        </a:p>
      </dgm:t>
    </dgm:pt>
    <dgm:pt modelId="{6EF81CFF-92A0-4DB3-BEE5-77C3660FA937}" type="sibTrans" cxnId="{20F65987-DCD2-49F8-911E-D95C4E1C1CC0}">
      <dgm:prSet/>
      <dgm:spPr/>
      <dgm:t>
        <a:bodyPr/>
        <a:lstStyle/>
        <a:p>
          <a:endParaRPr lang="en-US"/>
        </a:p>
      </dgm:t>
    </dgm:pt>
    <dgm:pt modelId="{3D365161-7DF4-4E43-88DE-D1325573A408}">
      <dgm:prSet/>
      <dgm:spPr/>
      <dgm:t>
        <a:bodyPr/>
        <a:lstStyle/>
        <a:p>
          <a:endParaRPr lang="en-US" dirty="0"/>
        </a:p>
      </dgm:t>
    </dgm:pt>
    <dgm:pt modelId="{2144B9F1-F618-448C-97E6-679FC332373F}" type="parTrans" cxnId="{0C37F84F-CB3D-4A6A-987E-87D9B04F3E95}">
      <dgm:prSet/>
      <dgm:spPr/>
      <dgm:t>
        <a:bodyPr/>
        <a:lstStyle/>
        <a:p>
          <a:endParaRPr lang="en-US"/>
        </a:p>
      </dgm:t>
    </dgm:pt>
    <dgm:pt modelId="{4899C5B8-1EF7-4CF6-8F92-513150B882E0}" type="sibTrans" cxnId="{0C37F84F-CB3D-4A6A-987E-87D9B04F3E95}">
      <dgm:prSet/>
      <dgm:spPr/>
      <dgm:t>
        <a:bodyPr/>
        <a:lstStyle/>
        <a:p>
          <a:endParaRPr lang="en-US"/>
        </a:p>
      </dgm:t>
    </dgm:pt>
    <dgm:pt modelId="{89387A66-7E85-4C07-95E7-1BC2CFF58D8A}">
      <dgm:prSet/>
      <dgm:spPr/>
      <dgm:t>
        <a:bodyPr/>
        <a:lstStyle/>
        <a:p>
          <a:r>
            <a:rPr lang="en-US" b="1" i="0" baseline="0" dirty="0"/>
            <a:t>Time Coverage: </a:t>
          </a:r>
          <a:r>
            <a:rPr lang="en-US" b="0" i="0" baseline="0" dirty="0"/>
            <a:t>Multiple recent years (varies by dataset).</a:t>
          </a:r>
          <a:endParaRPr lang="en-US" dirty="0"/>
        </a:p>
      </dgm:t>
    </dgm:pt>
    <dgm:pt modelId="{9C5EE97F-8214-4496-8F02-9F2BD5AD9359}" type="parTrans" cxnId="{3AFA7B2D-47C5-428E-9106-89FB2DD65AFE}">
      <dgm:prSet/>
      <dgm:spPr/>
      <dgm:t>
        <a:bodyPr/>
        <a:lstStyle/>
        <a:p>
          <a:endParaRPr lang="en-US"/>
        </a:p>
      </dgm:t>
    </dgm:pt>
    <dgm:pt modelId="{920E5724-5D95-4AEC-BE57-728B42B9F169}" type="sibTrans" cxnId="{3AFA7B2D-47C5-428E-9106-89FB2DD65AFE}">
      <dgm:prSet/>
      <dgm:spPr/>
      <dgm:t>
        <a:bodyPr/>
        <a:lstStyle/>
        <a:p>
          <a:endParaRPr lang="en-US"/>
        </a:p>
      </dgm:t>
    </dgm:pt>
    <dgm:pt modelId="{6FD40A7B-9FB6-41C8-82BE-B0F71844AF3B}">
      <dgm:prSet/>
      <dgm:spPr/>
      <dgm:t>
        <a:bodyPr/>
        <a:lstStyle/>
        <a:p>
          <a:endParaRPr lang="en-US" dirty="0"/>
        </a:p>
      </dgm:t>
    </dgm:pt>
    <dgm:pt modelId="{9029517A-23A2-4C7C-9CBD-DBB27E2D1DE5}" type="parTrans" cxnId="{E6B1334C-1AEE-4F33-BA30-199D96C03640}">
      <dgm:prSet/>
      <dgm:spPr/>
      <dgm:t>
        <a:bodyPr/>
        <a:lstStyle/>
        <a:p>
          <a:endParaRPr lang="en-US"/>
        </a:p>
      </dgm:t>
    </dgm:pt>
    <dgm:pt modelId="{EF94B393-0D61-40C9-AB3E-A3FA9E6D48EA}" type="sibTrans" cxnId="{E6B1334C-1AEE-4F33-BA30-199D96C03640}">
      <dgm:prSet/>
      <dgm:spPr/>
      <dgm:t>
        <a:bodyPr/>
        <a:lstStyle/>
        <a:p>
          <a:endParaRPr lang="en-US"/>
        </a:p>
      </dgm:t>
    </dgm:pt>
    <dgm:pt modelId="{E4A99DEA-8F30-4209-B65C-08ED54B3A503}">
      <dgm:prSet/>
      <dgm:spPr/>
      <dgm:t>
        <a:bodyPr/>
        <a:lstStyle/>
        <a:p>
          <a:r>
            <a:rPr lang="en-US" b="1" i="0" baseline="0" dirty="0"/>
            <a:t>Population: </a:t>
          </a:r>
          <a:r>
            <a:rPr lang="en-US" b="0" i="0" baseline="0" dirty="0"/>
            <a:t>Adult population in the United States.</a:t>
          </a:r>
          <a:endParaRPr lang="en-US" dirty="0"/>
        </a:p>
      </dgm:t>
    </dgm:pt>
    <dgm:pt modelId="{8F494D1A-FF40-4999-B22C-392FFBAE4B58}" type="parTrans" cxnId="{6ACBEFB5-3AD7-4D5A-814A-A0CC6F148206}">
      <dgm:prSet/>
      <dgm:spPr/>
      <dgm:t>
        <a:bodyPr/>
        <a:lstStyle/>
        <a:p>
          <a:endParaRPr lang="en-US"/>
        </a:p>
      </dgm:t>
    </dgm:pt>
    <dgm:pt modelId="{52A6FF63-1E63-410B-949E-6B2D44053B70}" type="sibTrans" cxnId="{6ACBEFB5-3AD7-4D5A-814A-A0CC6F148206}">
      <dgm:prSet/>
      <dgm:spPr/>
      <dgm:t>
        <a:bodyPr/>
        <a:lstStyle/>
        <a:p>
          <a:endParaRPr lang="en-US"/>
        </a:p>
      </dgm:t>
    </dgm:pt>
    <dgm:pt modelId="{5BE9094C-3F8F-4E34-9B3A-F5D71E8C5A1A}">
      <dgm:prSet/>
      <dgm:spPr/>
      <dgm:t>
        <a:bodyPr/>
        <a:lstStyle/>
        <a:p>
          <a:endParaRPr lang="en-US" dirty="0"/>
        </a:p>
      </dgm:t>
    </dgm:pt>
    <dgm:pt modelId="{A56F858A-F6DD-4E78-B138-443160277482}" type="parTrans" cxnId="{01E68F89-1EB2-43F2-9F4F-508106ACFEC6}">
      <dgm:prSet/>
      <dgm:spPr/>
      <dgm:t>
        <a:bodyPr/>
        <a:lstStyle/>
        <a:p>
          <a:endParaRPr lang="en-US"/>
        </a:p>
      </dgm:t>
    </dgm:pt>
    <dgm:pt modelId="{E4520A7C-EAC9-499F-8B87-16485477B3B6}" type="sibTrans" cxnId="{01E68F89-1EB2-43F2-9F4F-508106ACFEC6}">
      <dgm:prSet/>
      <dgm:spPr/>
      <dgm:t>
        <a:bodyPr/>
        <a:lstStyle/>
        <a:p>
          <a:endParaRPr lang="en-US"/>
        </a:p>
      </dgm:t>
    </dgm:pt>
    <dgm:pt modelId="{3E98F14B-ED10-492F-B9B8-636666D9BA73}">
      <dgm:prSet/>
      <dgm:spPr/>
      <dgm:t>
        <a:bodyPr/>
        <a:lstStyle/>
        <a:p>
          <a:endParaRPr lang="en-US" dirty="0"/>
        </a:p>
      </dgm:t>
    </dgm:pt>
    <dgm:pt modelId="{0EADB448-82F1-423E-BBCD-48EE85ABC5AE}" type="sibTrans" cxnId="{D9245123-B5A4-44C3-A911-8ABE12B70946}">
      <dgm:prSet/>
      <dgm:spPr/>
      <dgm:t>
        <a:bodyPr/>
        <a:lstStyle/>
        <a:p>
          <a:endParaRPr lang="en-US"/>
        </a:p>
      </dgm:t>
    </dgm:pt>
    <dgm:pt modelId="{A258CEBD-001F-473A-9E2B-F621C10B6FC1}" type="parTrans" cxnId="{D9245123-B5A4-44C3-A911-8ABE12B70946}">
      <dgm:prSet/>
      <dgm:spPr/>
      <dgm:t>
        <a:bodyPr/>
        <a:lstStyle/>
        <a:p>
          <a:endParaRPr lang="en-US"/>
        </a:p>
      </dgm:t>
    </dgm:pt>
    <dgm:pt modelId="{4CA00975-D76F-5241-9D90-0648CEF89B3E}" type="pres">
      <dgm:prSet presAssocID="{25C5B2A0-A4E7-45C3-A3A2-C3E24320E59A}" presName="vert0" presStyleCnt="0">
        <dgm:presLayoutVars>
          <dgm:dir/>
          <dgm:animOne val="branch"/>
          <dgm:animLvl val="lvl"/>
        </dgm:presLayoutVars>
      </dgm:prSet>
      <dgm:spPr/>
    </dgm:pt>
    <dgm:pt modelId="{BC48982B-DB26-D94D-A4E6-E0281C8C6D2F}" type="pres">
      <dgm:prSet presAssocID="{74B4DBDD-8484-472D-8D4E-1474C93BD908}" presName="thickLine" presStyleLbl="alignNode1" presStyleIdx="0" presStyleCnt="8"/>
      <dgm:spPr/>
    </dgm:pt>
    <dgm:pt modelId="{5345A368-A29F-3B41-B8A3-20F247E0F87C}" type="pres">
      <dgm:prSet presAssocID="{74B4DBDD-8484-472D-8D4E-1474C93BD908}" presName="horz1" presStyleCnt="0"/>
      <dgm:spPr/>
    </dgm:pt>
    <dgm:pt modelId="{18F74893-E42F-A04C-ACF1-E56416385D49}" type="pres">
      <dgm:prSet presAssocID="{74B4DBDD-8484-472D-8D4E-1474C93BD908}" presName="tx1" presStyleLbl="revTx" presStyleIdx="0" presStyleCnt="8"/>
      <dgm:spPr/>
    </dgm:pt>
    <dgm:pt modelId="{BF55D346-02D7-9148-9578-AB6CD8C31D39}" type="pres">
      <dgm:prSet presAssocID="{74B4DBDD-8484-472D-8D4E-1474C93BD908}" presName="vert1" presStyleCnt="0"/>
      <dgm:spPr/>
    </dgm:pt>
    <dgm:pt modelId="{806C8349-DA03-3545-97D2-F0D91CA7D095}" type="pres">
      <dgm:prSet presAssocID="{3E98F14B-ED10-492F-B9B8-636666D9BA73}" presName="thickLine" presStyleLbl="alignNode1" presStyleIdx="1" presStyleCnt="8"/>
      <dgm:spPr/>
    </dgm:pt>
    <dgm:pt modelId="{612BAE09-2D4F-7143-B503-BF846C51BA95}" type="pres">
      <dgm:prSet presAssocID="{3E98F14B-ED10-492F-B9B8-636666D9BA73}" presName="horz1" presStyleCnt="0"/>
      <dgm:spPr/>
    </dgm:pt>
    <dgm:pt modelId="{1645F128-7756-5546-A2B0-3688301C7098}" type="pres">
      <dgm:prSet presAssocID="{3E98F14B-ED10-492F-B9B8-636666D9BA73}" presName="tx1" presStyleLbl="revTx" presStyleIdx="1" presStyleCnt="8"/>
      <dgm:spPr/>
    </dgm:pt>
    <dgm:pt modelId="{C050C528-D8BA-CE4C-80D8-00B3A29A5F35}" type="pres">
      <dgm:prSet presAssocID="{3E98F14B-ED10-492F-B9B8-636666D9BA73}" presName="vert1" presStyleCnt="0"/>
      <dgm:spPr/>
    </dgm:pt>
    <dgm:pt modelId="{D20BB33D-0824-0E41-993E-277EB8144258}" type="pres">
      <dgm:prSet presAssocID="{5D44A2F5-EE7E-40EB-B573-6DF1EF3286CF}" presName="thickLine" presStyleLbl="alignNode1" presStyleIdx="2" presStyleCnt="8"/>
      <dgm:spPr/>
    </dgm:pt>
    <dgm:pt modelId="{9DABFF29-4CF3-384A-90A7-B8747E73770F}" type="pres">
      <dgm:prSet presAssocID="{5D44A2F5-EE7E-40EB-B573-6DF1EF3286CF}" presName="horz1" presStyleCnt="0"/>
      <dgm:spPr/>
    </dgm:pt>
    <dgm:pt modelId="{DE057143-6241-D847-9256-4AC3303F2818}" type="pres">
      <dgm:prSet presAssocID="{5D44A2F5-EE7E-40EB-B573-6DF1EF3286CF}" presName="tx1" presStyleLbl="revTx" presStyleIdx="2" presStyleCnt="8"/>
      <dgm:spPr/>
    </dgm:pt>
    <dgm:pt modelId="{392C0821-06E3-3747-BEA5-C534F287754D}" type="pres">
      <dgm:prSet presAssocID="{5D44A2F5-EE7E-40EB-B573-6DF1EF3286CF}" presName="vert1" presStyleCnt="0"/>
      <dgm:spPr/>
    </dgm:pt>
    <dgm:pt modelId="{3DD2AFA0-AD2C-1B42-95F5-979A951A265A}" type="pres">
      <dgm:prSet presAssocID="{3D365161-7DF4-4E43-88DE-D1325573A408}" presName="thickLine" presStyleLbl="alignNode1" presStyleIdx="3" presStyleCnt="8"/>
      <dgm:spPr/>
    </dgm:pt>
    <dgm:pt modelId="{06238BCB-A6C0-A440-8D96-8C43DD38455A}" type="pres">
      <dgm:prSet presAssocID="{3D365161-7DF4-4E43-88DE-D1325573A408}" presName="horz1" presStyleCnt="0"/>
      <dgm:spPr/>
    </dgm:pt>
    <dgm:pt modelId="{83E838AB-AFB0-FF48-8CED-8144F9262BC3}" type="pres">
      <dgm:prSet presAssocID="{3D365161-7DF4-4E43-88DE-D1325573A408}" presName="tx1" presStyleLbl="revTx" presStyleIdx="3" presStyleCnt="8"/>
      <dgm:spPr/>
    </dgm:pt>
    <dgm:pt modelId="{7A389E47-F29E-D748-80C6-0F1CBBED88B7}" type="pres">
      <dgm:prSet presAssocID="{3D365161-7DF4-4E43-88DE-D1325573A408}" presName="vert1" presStyleCnt="0"/>
      <dgm:spPr/>
    </dgm:pt>
    <dgm:pt modelId="{CD9E9F56-FFA3-6942-86DC-C406A4B041DD}" type="pres">
      <dgm:prSet presAssocID="{89387A66-7E85-4C07-95E7-1BC2CFF58D8A}" presName="thickLine" presStyleLbl="alignNode1" presStyleIdx="4" presStyleCnt="8"/>
      <dgm:spPr/>
    </dgm:pt>
    <dgm:pt modelId="{E98FF437-6B6F-884F-8D85-D7D8DF5C40C8}" type="pres">
      <dgm:prSet presAssocID="{89387A66-7E85-4C07-95E7-1BC2CFF58D8A}" presName="horz1" presStyleCnt="0"/>
      <dgm:spPr/>
    </dgm:pt>
    <dgm:pt modelId="{44CED1EC-E2EE-2F49-950B-F1F01FD0BC4A}" type="pres">
      <dgm:prSet presAssocID="{89387A66-7E85-4C07-95E7-1BC2CFF58D8A}" presName="tx1" presStyleLbl="revTx" presStyleIdx="4" presStyleCnt="8"/>
      <dgm:spPr/>
    </dgm:pt>
    <dgm:pt modelId="{92293210-7346-024B-B162-DC76C7201E20}" type="pres">
      <dgm:prSet presAssocID="{89387A66-7E85-4C07-95E7-1BC2CFF58D8A}" presName="vert1" presStyleCnt="0"/>
      <dgm:spPr/>
    </dgm:pt>
    <dgm:pt modelId="{13091B1E-D6A8-9846-977E-8D5CFC05A615}" type="pres">
      <dgm:prSet presAssocID="{6FD40A7B-9FB6-41C8-82BE-B0F71844AF3B}" presName="thickLine" presStyleLbl="alignNode1" presStyleIdx="5" presStyleCnt="8"/>
      <dgm:spPr/>
    </dgm:pt>
    <dgm:pt modelId="{C7FE18D4-5E15-7A41-A4CC-0974FDC0089E}" type="pres">
      <dgm:prSet presAssocID="{6FD40A7B-9FB6-41C8-82BE-B0F71844AF3B}" presName="horz1" presStyleCnt="0"/>
      <dgm:spPr/>
    </dgm:pt>
    <dgm:pt modelId="{069E0D15-A519-3B45-84F0-51C406380750}" type="pres">
      <dgm:prSet presAssocID="{6FD40A7B-9FB6-41C8-82BE-B0F71844AF3B}" presName="tx1" presStyleLbl="revTx" presStyleIdx="5" presStyleCnt="8"/>
      <dgm:spPr/>
    </dgm:pt>
    <dgm:pt modelId="{DADAEC9F-409A-7141-95C3-020F340A0825}" type="pres">
      <dgm:prSet presAssocID="{6FD40A7B-9FB6-41C8-82BE-B0F71844AF3B}" presName="vert1" presStyleCnt="0"/>
      <dgm:spPr/>
    </dgm:pt>
    <dgm:pt modelId="{785DE470-0455-9343-B392-59AA8244B04B}" type="pres">
      <dgm:prSet presAssocID="{E4A99DEA-8F30-4209-B65C-08ED54B3A503}" presName="thickLine" presStyleLbl="alignNode1" presStyleIdx="6" presStyleCnt="8"/>
      <dgm:spPr/>
    </dgm:pt>
    <dgm:pt modelId="{A9400763-DA5F-BF40-9F7C-09F135BB9355}" type="pres">
      <dgm:prSet presAssocID="{E4A99DEA-8F30-4209-B65C-08ED54B3A503}" presName="horz1" presStyleCnt="0"/>
      <dgm:spPr/>
    </dgm:pt>
    <dgm:pt modelId="{EEA276A7-BAD8-0D40-B61C-0F0ADADA19AB}" type="pres">
      <dgm:prSet presAssocID="{E4A99DEA-8F30-4209-B65C-08ED54B3A503}" presName="tx1" presStyleLbl="revTx" presStyleIdx="6" presStyleCnt="8"/>
      <dgm:spPr/>
    </dgm:pt>
    <dgm:pt modelId="{57A3D61D-E9E8-A940-A734-5736BE7BE2DF}" type="pres">
      <dgm:prSet presAssocID="{E4A99DEA-8F30-4209-B65C-08ED54B3A503}" presName="vert1" presStyleCnt="0"/>
      <dgm:spPr/>
    </dgm:pt>
    <dgm:pt modelId="{FD0BF57D-5766-474E-9165-6FC2C129B5C1}" type="pres">
      <dgm:prSet presAssocID="{5BE9094C-3F8F-4E34-9B3A-F5D71E8C5A1A}" presName="thickLine" presStyleLbl="alignNode1" presStyleIdx="7" presStyleCnt="8"/>
      <dgm:spPr/>
    </dgm:pt>
    <dgm:pt modelId="{7570B46A-925C-854C-BD7D-124D31CABB6A}" type="pres">
      <dgm:prSet presAssocID="{5BE9094C-3F8F-4E34-9B3A-F5D71E8C5A1A}" presName="horz1" presStyleCnt="0"/>
      <dgm:spPr/>
    </dgm:pt>
    <dgm:pt modelId="{E88F4D7E-C633-3A4D-9EEB-5BD30E1EA85E}" type="pres">
      <dgm:prSet presAssocID="{5BE9094C-3F8F-4E34-9B3A-F5D71E8C5A1A}" presName="tx1" presStyleLbl="revTx" presStyleIdx="7" presStyleCnt="8"/>
      <dgm:spPr/>
    </dgm:pt>
    <dgm:pt modelId="{1B0CA856-704D-8648-A890-512C9F6B3CA8}" type="pres">
      <dgm:prSet presAssocID="{5BE9094C-3F8F-4E34-9B3A-F5D71E8C5A1A}" presName="vert1" presStyleCnt="0"/>
      <dgm:spPr/>
    </dgm:pt>
  </dgm:ptLst>
  <dgm:cxnLst>
    <dgm:cxn modelId="{161AF105-3A52-B14C-A099-17377B9DDF27}" type="presOf" srcId="{E4A99DEA-8F30-4209-B65C-08ED54B3A503}" destId="{EEA276A7-BAD8-0D40-B61C-0F0ADADA19AB}" srcOrd="0" destOrd="0" presId="urn:microsoft.com/office/officeart/2008/layout/LinedList"/>
    <dgm:cxn modelId="{D9245123-B5A4-44C3-A911-8ABE12B70946}" srcId="{25C5B2A0-A4E7-45C3-A3A2-C3E24320E59A}" destId="{3E98F14B-ED10-492F-B9B8-636666D9BA73}" srcOrd="1" destOrd="0" parTransId="{A258CEBD-001F-473A-9E2B-F621C10B6FC1}" sibTransId="{0EADB448-82F1-423E-BBCD-48EE85ABC5AE}"/>
    <dgm:cxn modelId="{3AFA7B2D-47C5-428E-9106-89FB2DD65AFE}" srcId="{25C5B2A0-A4E7-45C3-A3A2-C3E24320E59A}" destId="{89387A66-7E85-4C07-95E7-1BC2CFF58D8A}" srcOrd="4" destOrd="0" parTransId="{9C5EE97F-8214-4496-8F02-9F2BD5AD9359}" sibTransId="{920E5724-5D95-4AEC-BE57-728B42B9F169}"/>
    <dgm:cxn modelId="{C9F8F93A-BC9E-8D47-9774-E0728C67FF84}" type="presOf" srcId="{25C5B2A0-A4E7-45C3-A3A2-C3E24320E59A}" destId="{4CA00975-D76F-5241-9D90-0648CEF89B3E}" srcOrd="0" destOrd="0" presId="urn:microsoft.com/office/officeart/2008/layout/LinedList"/>
    <dgm:cxn modelId="{6290693B-1881-1040-B232-FA9B7F6D8129}" type="presOf" srcId="{3D365161-7DF4-4E43-88DE-D1325573A408}" destId="{83E838AB-AFB0-FF48-8CED-8144F9262BC3}" srcOrd="0" destOrd="0" presId="urn:microsoft.com/office/officeart/2008/layout/LinedList"/>
    <dgm:cxn modelId="{E6B1334C-1AEE-4F33-BA30-199D96C03640}" srcId="{25C5B2A0-A4E7-45C3-A3A2-C3E24320E59A}" destId="{6FD40A7B-9FB6-41C8-82BE-B0F71844AF3B}" srcOrd="5" destOrd="0" parTransId="{9029517A-23A2-4C7C-9CBD-DBB27E2D1DE5}" sibTransId="{EF94B393-0D61-40C9-AB3E-A3FA9E6D48EA}"/>
    <dgm:cxn modelId="{82AFF24F-605E-7545-AA6D-37AF1C9B8993}" type="presOf" srcId="{74B4DBDD-8484-472D-8D4E-1474C93BD908}" destId="{18F74893-E42F-A04C-ACF1-E56416385D49}" srcOrd="0" destOrd="0" presId="urn:microsoft.com/office/officeart/2008/layout/LinedList"/>
    <dgm:cxn modelId="{0C37F84F-CB3D-4A6A-987E-87D9B04F3E95}" srcId="{25C5B2A0-A4E7-45C3-A3A2-C3E24320E59A}" destId="{3D365161-7DF4-4E43-88DE-D1325573A408}" srcOrd="3" destOrd="0" parTransId="{2144B9F1-F618-448C-97E6-679FC332373F}" sibTransId="{4899C5B8-1EF7-4CF6-8F92-513150B882E0}"/>
    <dgm:cxn modelId="{94646F70-54F6-2A4D-8B5A-CF338A4A5BEC}" type="presOf" srcId="{3E98F14B-ED10-492F-B9B8-636666D9BA73}" destId="{1645F128-7756-5546-A2B0-3688301C7098}" srcOrd="0" destOrd="0" presId="urn:microsoft.com/office/officeart/2008/layout/LinedList"/>
    <dgm:cxn modelId="{20F65987-DCD2-49F8-911E-D95C4E1C1CC0}" srcId="{25C5B2A0-A4E7-45C3-A3A2-C3E24320E59A}" destId="{5D44A2F5-EE7E-40EB-B573-6DF1EF3286CF}" srcOrd="2" destOrd="0" parTransId="{2E5B227C-4178-4E64-B5A2-FB2F0E774203}" sibTransId="{6EF81CFF-92A0-4DB3-BEE5-77C3660FA937}"/>
    <dgm:cxn modelId="{01E68F89-1EB2-43F2-9F4F-508106ACFEC6}" srcId="{25C5B2A0-A4E7-45C3-A3A2-C3E24320E59A}" destId="{5BE9094C-3F8F-4E34-9B3A-F5D71E8C5A1A}" srcOrd="7" destOrd="0" parTransId="{A56F858A-F6DD-4E78-B138-443160277482}" sibTransId="{E4520A7C-EAC9-499F-8B87-16485477B3B6}"/>
    <dgm:cxn modelId="{E0E6B799-D782-614D-BAEF-CEC3166C43AF}" type="presOf" srcId="{5D44A2F5-EE7E-40EB-B573-6DF1EF3286CF}" destId="{DE057143-6241-D847-9256-4AC3303F2818}" srcOrd="0" destOrd="0" presId="urn:microsoft.com/office/officeart/2008/layout/LinedList"/>
    <dgm:cxn modelId="{430A34A2-DAC4-2A4D-A948-1F625724E046}" type="presOf" srcId="{6FD40A7B-9FB6-41C8-82BE-B0F71844AF3B}" destId="{069E0D15-A519-3B45-84F0-51C406380750}" srcOrd="0" destOrd="0" presId="urn:microsoft.com/office/officeart/2008/layout/LinedList"/>
    <dgm:cxn modelId="{6ACBEFB5-3AD7-4D5A-814A-A0CC6F148206}" srcId="{25C5B2A0-A4E7-45C3-A3A2-C3E24320E59A}" destId="{E4A99DEA-8F30-4209-B65C-08ED54B3A503}" srcOrd="6" destOrd="0" parTransId="{8F494D1A-FF40-4999-B22C-392FFBAE4B58}" sibTransId="{52A6FF63-1E63-410B-949E-6B2D44053B70}"/>
    <dgm:cxn modelId="{2208C0D5-7111-C845-9ECB-62AEFCF4D027}" type="presOf" srcId="{89387A66-7E85-4C07-95E7-1BC2CFF58D8A}" destId="{44CED1EC-E2EE-2F49-950B-F1F01FD0BC4A}" srcOrd="0" destOrd="0" presId="urn:microsoft.com/office/officeart/2008/layout/LinedList"/>
    <dgm:cxn modelId="{203601F2-DC68-8A47-9FC7-485A5EF03D2E}" type="presOf" srcId="{5BE9094C-3F8F-4E34-9B3A-F5D71E8C5A1A}" destId="{E88F4D7E-C633-3A4D-9EEB-5BD30E1EA85E}" srcOrd="0" destOrd="0" presId="urn:microsoft.com/office/officeart/2008/layout/LinedList"/>
    <dgm:cxn modelId="{5486BBF7-C459-4208-9C51-1D47F4CDDC94}" srcId="{25C5B2A0-A4E7-45C3-A3A2-C3E24320E59A}" destId="{74B4DBDD-8484-472D-8D4E-1474C93BD908}" srcOrd="0" destOrd="0" parTransId="{34A58670-CC04-4301-A6E5-C084B42CF892}" sibTransId="{37919A62-0D27-4AD6-8B07-707519C3761A}"/>
    <dgm:cxn modelId="{8E2693F9-E8C7-BB42-801A-FE9DF2859702}" type="presParOf" srcId="{4CA00975-D76F-5241-9D90-0648CEF89B3E}" destId="{BC48982B-DB26-D94D-A4E6-E0281C8C6D2F}" srcOrd="0" destOrd="0" presId="urn:microsoft.com/office/officeart/2008/layout/LinedList"/>
    <dgm:cxn modelId="{704C80F6-2820-6B44-A2A8-5CCC5B1F283E}" type="presParOf" srcId="{4CA00975-D76F-5241-9D90-0648CEF89B3E}" destId="{5345A368-A29F-3B41-B8A3-20F247E0F87C}" srcOrd="1" destOrd="0" presId="urn:microsoft.com/office/officeart/2008/layout/LinedList"/>
    <dgm:cxn modelId="{A923C886-8205-024B-8941-5B8402710370}" type="presParOf" srcId="{5345A368-A29F-3B41-B8A3-20F247E0F87C}" destId="{18F74893-E42F-A04C-ACF1-E56416385D49}" srcOrd="0" destOrd="0" presId="urn:microsoft.com/office/officeart/2008/layout/LinedList"/>
    <dgm:cxn modelId="{77A66862-5F77-E44F-9EBB-FB635B7B01CB}" type="presParOf" srcId="{5345A368-A29F-3B41-B8A3-20F247E0F87C}" destId="{BF55D346-02D7-9148-9578-AB6CD8C31D39}" srcOrd="1" destOrd="0" presId="urn:microsoft.com/office/officeart/2008/layout/LinedList"/>
    <dgm:cxn modelId="{A1DDA279-28CE-434C-91AB-0042DEBE121A}" type="presParOf" srcId="{4CA00975-D76F-5241-9D90-0648CEF89B3E}" destId="{806C8349-DA03-3545-97D2-F0D91CA7D095}" srcOrd="2" destOrd="0" presId="urn:microsoft.com/office/officeart/2008/layout/LinedList"/>
    <dgm:cxn modelId="{1D760424-6FE9-B442-BA6F-0E1D5A6CAD27}" type="presParOf" srcId="{4CA00975-D76F-5241-9D90-0648CEF89B3E}" destId="{612BAE09-2D4F-7143-B503-BF846C51BA95}" srcOrd="3" destOrd="0" presId="urn:microsoft.com/office/officeart/2008/layout/LinedList"/>
    <dgm:cxn modelId="{717CB431-A785-6542-BC60-14C26944C669}" type="presParOf" srcId="{612BAE09-2D4F-7143-B503-BF846C51BA95}" destId="{1645F128-7756-5546-A2B0-3688301C7098}" srcOrd="0" destOrd="0" presId="urn:microsoft.com/office/officeart/2008/layout/LinedList"/>
    <dgm:cxn modelId="{F2DDE9E3-B300-1E42-8875-3B3818AEFDCF}" type="presParOf" srcId="{612BAE09-2D4F-7143-B503-BF846C51BA95}" destId="{C050C528-D8BA-CE4C-80D8-00B3A29A5F35}" srcOrd="1" destOrd="0" presId="urn:microsoft.com/office/officeart/2008/layout/LinedList"/>
    <dgm:cxn modelId="{4472C167-B3A7-0C47-91C8-2B6A75F07FC9}" type="presParOf" srcId="{4CA00975-D76F-5241-9D90-0648CEF89B3E}" destId="{D20BB33D-0824-0E41-993E-277EB8144258}" srcOrd="4" destOrd="0" presId="urn:microsoft.com/office/officeart/2008/layout/LinedList"/>
    <dgm:cxn modelId="{D87398E4-B961-B94B-9ABE-AE5D3CEAB15E}" type="presParOf" srcId="{4CA00975-D76F-5241-9D90-0648CEF89B3E}" destId="{9DABFF29-4CF3-384A-90A7-B8747E73770F}" srcOrd="5" destOrd="0" presId="urn:microsoft.com/office/officeart/2008/layout/LinedList"/>
    <dgm:cxn modelId="{0030E2B2-6E1B-BD4E-9EBA-300600816039}" type="presParOf" srcId="{9DABFF29-4CF3-384A-90A7-B8747E73770F}" destId="{DE057143-6241-D847-9256-4AC3303F2818}" srcOrd="0" destOrd="0" presId="urn:microsoft.com/office/officeart/2008/layout/LinedList"/>
    <dgm:cxn modelId="{2F3182E3-EED7-DA41-9DB4-B12D25B65DE3}" type="presParOf" srcId="{9DABFF29-4CF3-384A-90A7-B8747E73770F}" destId="{392C0821-06E3-3747-BEA5-C534F287754D}" srcOrd="1" destOrd="0" presId="urn:microsoft.com/office/officeart/2008/layout/LinedList"/>
    <dgm:cxn modelId="{BDFE2838-6FBF-A54E-B7FB-EE5DA1931D28}" type="presParOf" srcId="{4CA00975-D76F-5241-9D90-0648CEF89B3E}" destId="{3DD2AFA0-AD2C-1B42-95F5-979A951A265A}" srcOrd="6" destOrd="0" presId="urn:microsoft.com/office/officeart/2008/layout/LinedList"/>
    <dgm:cxn modelId="{ED3DB3B7-6FD9-5346-8BBC-217EDD75D2BA}" type="presParOf" srcId="{4CA00975-D76F-5241-9D90-0648CEF89B3E}" destId="{06238BCB-A6C0-A440-8D96-8C43DD38455A}" srcOrd="7" destOrd="0" presId="urn:microsoft.com/office/officeart/2008/layout/LinedList"/>
    <dgm:cxn modelId="{5D88D6C0-C74C-454A-B801-8A1C4E15B418}" type="presParOf" srcId="{06238BCB-A6C0-A440-8D96-8C43DD38455A}" destId="{83E838AB-AFB0-FF48-8CED-8144F9262BC3}" srcOrd="0" destOrd="0" presId="urn:microsoft.com/office/officeart/2008/layout/LinedList"/>
    <dgm:cxn modelId="{6CCE6BCA-0C25-A64F-815E-7E9850BD19C7}" type="presParOf" srcId="{06238BCB-A6C0-A440-8D96-8C43DD38455A}" destId="{7A389E47-F29E-D748-80C6-0F1CBBED88B7}" srcOrd="1" destOrd="0" presId="urn:microsoft.com/office/officeart/2008/layout/LinedList"/>
    <dgm:cxn modelId="{1B5DF11A-CBB2-614F-A353-4575AA4E4F32}" type="presParOf" srcId="{4CA00975-D76F-5241-9D90-0648CEF89B3E}" destId="{CD9E9F56-FFA3-6942-86DC-C406A4B041DD}" srcOrd="8" destOrd="0" presId="urn:microsoft.com/office/officeart/2008/layout/LinedList"/>
    <dgm:cxn modelId="{0D2E4A4D-A276-FF44-9243-957D74EE8943}" type="presParOf" srcId="{4CA00975-D76F-5241-9D90-0648CEF89B3E}" destId="{E98FF437-6B6F-884F-8D85-D7D8DF5C40C8}" srcOrd="9" destOrd="0" presId="urn:microsoft.com/office/officeart/2008/layout/LinedList"/>
    <dgm:cxn modelId="{6536CF58-3D28-064E-A4BB-7BBB5C310409}" type="presParOf" srcId="{E98FF437-6B6F-884F-8D85-D7D8DF5C40C8}" destId="{44CED1EC-E2EE-2F49-950B-F1F01FD0BC4A}" srcOrd="0" destOrd="0" presId="urn:microsoft.com/office/officeart/2008/layout/LinedList"/>
    <dgm:cxn modelId="{27305099-9E94-E443-ABE8-34E39B04E102}" type="presParOf" srcId="{E98FF437-6B6F-884F-8D85-D7D8DF5C40C8}" destId="{92293210-7346-024B-B162-DC76C7201E20}" srcOrd="1" destOrd="0" presId="urn:microsoft.com/office/officeart/2008/layout/LinedList"/>
    <dgm:cxn modelId="{048ABD7E-AA36-F446-8B79-7609BC69904C}" type="presParOf" srcId="{4CA00975-D76F-5241-9D90-0648CEF89B3E}" destId="{13091B1E-D6A8-9846-977E-8D5CFC05A615}" srcOrd="10" destOrd="0" presId="urn:microsoft.com/office/officeart/2008/layout/LinedList"/>
    <dgm:cxn modelId="{4DA4B9E4-70A7-3143-8B08-15B4605322DF}" type="presParOf" srcId="{4CA00975-D76F-5241-9D90-0648CEF89B3E}" destId="{C7FE18D4-5E15-7A41-A4CC-0974FDC0089E}" srcOrd="11" destOrd="0" presId="urn:microsoft.com/office/officeart/2008/layout/LinedList"/>
    <dgm:cxn modelId="{5D7C12E3-B324-0C4D-A707-5031C22B2C6D}" type="presParOf" srcId="{C7FE18D4-5E15-7A41-A4CC-0974FDC0089E}" destId="{069E0D15-A519-3B45-84F0-51C406380750}" srcOrd="0" destOrd="0" presId="urn:microsoft.com/office/officeart/2008/layout/LinedList"/>
    <dgm:cxn modelId="{2B8D5999-3F72-1844-8684-C39AE68C3CD9}" type="presParOf" srcId="{C7FE18D4-5E15-7A41-A4CC-0974FDC0089E}" destId="{DADAEC9F-409A-7141-95C3-020F340A0825}" srcOrd="1" destOrd="0" presId="urn:microsoft.com/office/officeart/2008/layout/LinedList"/>
    <dgm:cxn modelId="{5A2CC320-112F-5B4B-A732-12FA48C7B2CD}" type="presParOf" srcId="{4CA00975-D76F-5241-9D90-0648CEF89B3E}" destId="{785DE470-0455-9343-B392-59AA8244B04B}" srcOrd="12" destOrd="0" presId="urn:microsoft.com/office/officeart/2008/layout/LinedList"/>
    <dgm:cxn modelId="{7A5F9BA4-9E25-B645-9739-AD3C03ED8FD3}" type="presParOf" srcId="{4CA00975-D76F-5241-9D90-0648CEF89B3E}" destId="{A9400763-DA5F-BF40-9F7C-09F135BB9355}" srcOrd="13" destOrd="0" presId="urn:microsoft.com/office/officeart/2008/layout/LinedList"/>
    <dgm:cxn modelId="{19DD9816-EFAB-C84B-A9D7-CD5DBCA8BF4A}" type="presParOf" srcId="{A9400763-DA5F-BF40-9F7C-09F135BB9355}" destId="{EEA276A7-BAD8-0D40-B61C-0F0ADADA19AB}" srcOrd="0" destOrd="0" presId="urn:microsoft.com/office/officeart/2008/layout/LinedList"/>
    <dgm:cxn modelId="{51DD5B9E-A88F-A24C-866D-4B8DC318562D}" type="presParOf" srcId="{A9400763-DA5F-BF40-9F7C-09F135BB9355}" destId="{57A3D61D-E9E8-A940-A734-5736BE7BE2DF}" srcOrd="1" destOrd="0" presId="urn:microsoft.com/office/officeart/2008/layout/LinedList"/>
    <dgm:cxn modelId="{784B55A1-9ED5-A645-8308-3036322BF142}" type="presParOf" srcId="{4CA00975-D76F-5241-9D90-0648CEF89B3E}" destId="{FD0BF57D-5766-474E-9165-6FC2C129B5C1}" srcOrd="14" destOrd="0" presId="urn:microsoft.com/office/officeart/2008/layout/LinedList"/>
    <dgm:cxn modelId="{C2B405A8-8813-1D4B-8860-33465AB52BB0}" type="presParOf" srcId="{4CA00975-D76F-5241-9D90-0648CEF89B3E}" destId="{7570B46A-925C-854C-BD7D-124D31CABB6A}" srcOrd="15" destOrd="0" presId="urn:microsoft.com/office/officeart/2008/layout/LinedList"/>
    <dgm:cxn modelId="{36F3427C-E137-9141-971F-85C9EB6C96C3}" type="presParOf" srcId="{7570B46A-925C-854C-BD7D-124D31CABB6A}" destId="{E88F4D7E-C633-3A4D-9EEB-5BD30E1EA85E}" srcOrd="0" destOrd="0" presId="urn:microsoft.com/office/officeart/2008/layout/LinedList"/>
    <dgm:cxn modelId="{DDD3D7CE-F5E1-C341-825A-48B8C26E9015}" type="presParOf" srcId="{7570B46A-925C-854C-BD7D-124D31CABB6A}" destId="{1B0CA856-704D-8648-A890-512C9F6B3CA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74A90A-C633-4D76-BB4B-DB99040ACFE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91ED42E-CA76-45E9-8390-38FFA806B39E}">
      <dgm:prSet custT="1"/>
      <dgm:spPr/>
      <dgm:t>
        <a:bodyPr/>
        <a:lstStyle/>
        <a:p>
          <a:pPr algn="l"/>
          <a:r>
            <a:rPr lang="en-US" sz="2400" b="0" i="0" baseline="0">
              <a:latin typeface="Calibri" panose="020F0502020204030204" pitchFamily="34" charset="0"/>
              <a:cs typeface="Calibri" panose="020F0502020204030204" pitchFamily="34" charset="0"/>
            </a:rPr>
            <a:t>File format: </a:t>
          </a:r>
          <a:r>
            <a:rPr lang="en-US" sz="2400" b="1" i="0" baseline="0">
              <a:latin typeface="Calibri" panose="020F0502020204030204" pitchFamily="34" charset="0"/>
              <a:cs typeface="Calibri" panose="020F0502020204030204" pitchFamily="34" charset="0"/>
            </a:rPr>
            <a:t>CSV (.csv)</a:t>
          </a:r>
          <a:endParaRPr lang="en-US" sz="2400">
            <a:latin typeface="Calibri" panose="020F0502020204030204" pitchFamily="34" charset="0"/>
            <a:cs typeface="Calibri" panose="020F0502020204030204" pitchFamily="34" charset="0"/>
          </a:endParaRPr>
        </a:p>
      </dgm:t>
    </dgm:pt>
    <dgm:pt modelId="{F467CDBA-A769-49E1-8CA6-06381FC2814B}" type="parTrans" cxnId="{051A19B0-E391-4697-81F2-69A2EC6E9449}">
      <dgm:prSet/>
      <dgm:spPr/>
      <dgm:t>
        <a:bodyPr/>
        <a:lstStyle/>
        <a:p>
          <a:pPr algn="l"/>
          <a:endParaRPr lang="en-US" sz="2400">
            <a:latin typeface="Calibri" panose="020F0502020204030204" pitchFamily="34" charset="0"/>
            <a:cs typeface="Calibri" panose="020F0502020204030204" pitchFamily="34" charset="0"/>
          </a:endParaRPr>
        </a:p>
      </dgm:t>
    </dgm:pt>
    <dgm:pt modelId="{0FBF4F6E-2A93-42F3-A231-3A17B668FD98}" type="sibTrans" cxnId="{051A19B0-E391-4697-81F2-69A2EC6E9449}">
      <dgm:prSet/>
      <dgm:spPr/>
      <dgm:t>
        <a:bodyPr/>
        <a:lstStyle/>
        <a:p>
          <a:pPr algn="l"/>
          <a:endParaRPr lang="en-US" sz="2400">
            <a:latin typeface="Calibri" panose="020F0502020204030204" pitchFamily="34" charset="0"/>
            <a:cs typeface="Calibri" panose="020F0502020204030204" pitchFamily="34" charset="0"/>
          </a:endParaRPr>
        </a:p>
      </dgm:t>
    </dgm:pt>
    <dgm:pt modelId="{564B42BD-9593-4B9B-8220-5721CF1B2FB1}">
      <dgm:prSet custT="1"/>
      <dgm:spPr/>
      <dgm:t>
        <a:bodyPr/>
        <a:lstStyle/>
        <a:p>
          <a:pPr algn="l"/>
          <a:r>
            <a:rPr lang="en-US" sz="2400" b="0" i="0" baseline="0" dirty="0">
              <a:latin typeface="Calibri" panose="020F0502020204030204" pitchFamily="34" charset="0"/>
              <a:cs typeface="Calibri" panose="020F0502020204030204" pitchFamily="34" charset="0"/>
            </a:rPr>
            <a:t>Rows represent county-level observations</a:t>
          </a:r>
          <a:endParaRPr lang="en-US" sz="2400" dirty="0">
            <a:latin typeface="Calibri" panose="020F0502020204030204" pitchFamily="34" charset="0"/>
            <a:cs typeface="Calibri" panose="020F0502020204030204" pitchFamily="34" charset="0"/>
          </a:endParaRPr>
        </a:p>
      </dgm:t>
    </dgm:pt>
    <dgm:pt modelId="{FCF0CE7A-55C0-4EA5-A1E6-2A57DD642F07}" type="parTrans" cxnId="{402FF676-116E-444C-B8C9-E86C5132A28B}">
      <dgm:prSet/>
      <dgm:spPr/>
      <dgm:t>
        <a:bodyPr/>
        <a:lstStyle/>
        <a:p>
          <a:pPr algn="l"/>
          <a:endParaRPr lang="en-US" sz="2400">
            <a:latin typeface="Calibri" panose="020F0502020204030204" pitchFamily="34" charset="0"/>
            <a:cs typeface="Calibri" panose="020F0502020204030204" pitchFamily="34" charset="0"/>
          </a:endParaRPr>
        </a:p>
      </dgm:t>
    </dgm:pt>
    <dgm:pt modelId="{75F48868-1455-4307-9DC4-DF428E6903BD}" type="sibTrans" cxnId="{402FF676-116E-444C-B8C9-E86C5132A28B}">
      <dgm:prSet/>
      <dgm:spPr/>
      <dgm:t>
        <a:bodyPr/>
        <a:lstStyle/>
        <a:p>
          <a:pPr algn="l"/>
          <a:endParaRPr lang="en-US" sz="2400">
            <a:latin typeface="Calibri" panose="020F0502020204030204" pitchFamily="34" charset="0"/>
            <a:cs typeface="Calibri" panose="020F0502020204030204" pitchFamily="34" charset="0"/>
          </a:endParaRPr>
        </a:p>
      </dgm:t>
    </dgm:pt>
    <dgm:pt modelId="{5745A8F8-38F0-44EF-A9DD-B36518EB6BFA}">
      <dgm:prSet custT="1"/>
      <dgm:spPr/>
      <dgm:t>
        <a:bodyPr/>
        <a:lstStyle/>
        <a:p>
          <a:pPr algn="l"/>
          <a:r>
            <a:rPr lang="en-US" sz="2400" b="0" i="0" baseline="0">
              <a:latin typeface="Calibri" panose="020F0502020204030204" pitchFamily="34" charset="0"/>
              <a:cs typeface="Calibri" panose="020F0502020204030204" pitchFamily="34" charset="0"/>
            </a:rPr>
            <a:t>Columns represent lung cancer outcomes, geographic identifiers, and risk factors</a:t>
          </a:r>
          <a:endParaRPr lang="en-US" sz="2400">
            <a:latin typeface="Calibri" panose="020F0502020204030204" pitchFamily="34" charset="0"/>
            <a:cs typeface="Calibri" panose="020F0502020204030204" pitchFamily="34" charset="0"/>
          </a:endParaRPr>
        </a:p>
      </dgm:t>
    </dgm:pt>
    <dgm:pt modelId="{261C00AC-D612-41FE-8041-7472DAFC6EEC}" type="parTrans" cxnId="{1603C386-FCF4-4681-A8B8-42C459578856}">
      <dgm:prSet/>
      <dgm:spPr/>
      <dgm:t>
        <a:bodyPr/>
        <a:lstStyle/>
        <a:p>
          <a:pPr algn="l"/>
          <a:endParaRPr lang="en-US" sz="2400">
            <a:latin typeface="Calibri" panose="020F0502020204030204" pitchFamily="34" charset="0"/>
            <a:cs typeface="Calibri" panose="020F0502020204030204" pitchFamily="34" charset="0"/>
          </a:endParaRPr>
        </a:p>
      </dgm:t>
    </dgm:pt>
    <dgm:pt modelId="{79EA305B-2846-468E-91BD-386FC501CB34}" type="sibTrans" cxnId="{1603C386-FCF4-4681-A8B8-42C459578856}">
      <dgm:prSet/>
      <dgm:spPr/>
      <dgm:t>
        <a:bodyPr/>
        <a:lstStyle/>
        <a:p>
          <a:pPr algn="l"/>
          <a:endParaRPr lang="en-US" sz="2400">
            <a:latin typeface="Calibri" panose="020F0502020204030204" pitchFamily="34" charset="0"/>
            <a:cs typeface="Calibri" panose="020F0502020204030204" pitchFamily="34" charset="0"/>
          </a:endParaRPr>
        </a:p>
      </dgm:t>
    </dgm:pt>
    <dgm:pt modelId="{A50D4536-92A2-49E9-99B5-75B6A7103C5D}">
      <dgm:prSet custT="1"/>
      <dgm:spPr/>
      <dgm:t>
        <a:bodyPr/>
        <a:lstStyle/>
        <a:p>
          <a:pPr algn="l"/>
          <a:r>
            <a:rPr lang="en-US" sz="2400" b="1" i="0" baseline="0" dirty="0">
              <a:latin typeface="Calibri" panose="020F0502020204030204" pitchFamily="34" charset="0"/>
              <a:cs typeface="Calibri" panose="020F0502020204030204" pitchFamily="34" charset="0"/>
            </a:rPr>
            <a:t>Data can be analyzed using:</a:t>
          </a:r>
          <a:endParaRPr lang="en-US" sz="2400" b="1" dirty="0">
            <a:latin typeface="Calibri" panose="020F0502020204030204" pitchFamily="34" charset="0"/>
            <a:cs typeface="Calibri" panose="020F0502020204030204" pitchFamily="34" charset="0"/>
          </a:endParaRPr>
        </a:p>
      </dgm:t>
    </dgm:pt>
    <dgm:pt modelId="{9CD46926-856F-4E37-A947-76152B12220A}" type="parTrans" cxnId="{73D57CD3-51D3-41DA-90D2-5A7889CBB145}">
      <dgm:prSet/>
      <dgm:spPr/>
      <dgm:t>
        <a:bodyPr/>
        <a:lstStyle/>
        <a:p>
          <a:pPr algn="l"/>
          <a:endParaRPr lang="en-US" sz="2400">
            <a:latin typeface="Calibri" panose="020F0502020204030204" pitchFamily="34" charset="0"/>
            <a:cs typeface="Calibri" panose="020F0502020204030204" pitchFamily="34" charset="0"/>
          </a:endParaRPr>
        </a:p>
      </dgm:t>
    </dgm:pt>
    <dgm:pt modelId="{06271E79-CBF4-4203-8521-EC180D2A27EF}" type="sibTrans" cxnId="{73D57CD3-51D3-41DA-90D2-5A7889CBB145}">
      <dgm:prSet/>
      <dgm:spPr/>
      <dgm:t>
        <a:bodyPr/>
        <a:lstStyle/>
        <a:p>
          <a:pPr algn="l"/>
          <a:endParaRPr lang="en-US" sz="2400">
            <a:latin typeface="Calibri" panose="020F0502020204030204" pitchFamily="34" charset="0"/>
            <a:cs typeface="Calibri" panose="020F0502020204030204" pitchFamily="34" charset="0"/>
          </a:endParaRPr>
        </a:p>
      </dgm:t>
    </dgm:pt>
    <dgm:pt modelId="{AFD43849-963B-46AC-A661-06B0A919C66F}">
      <dgm:prSet custT="1"/>
      <dgm:spPr/>
      <dgm:t>
        <a:bodyPr/>
        <a:lstStyle/>
        <a:p>
          <a:pPr algn="l"/>
          <a:r>
            <a:rPr lang="en-US" sz="2400" b="0" i="0" baseline="0">
              <a:latin typeface="Calibri" panose="020F0502020204030204" pitchFamily="34" charset="0"/>
              <a:cs typeface="Calibri" panose="020F0502020204030204" pitchFamily="34" charset="0"/>
            </a:rPr>
            <a:t>Python (Pandas)</a:t>
          </a:r>
          <a:endParaRPr lang="en-US" sz="2400">
            <a:latin typeface="Calibri" panose="020F0502020204030204" pitchFamily="34" charset="0"/>
            <a:cs typeface="Calibri" panose="020F0502020204030204" pitchFamily="34" charset="0"/>
          </a:endParaRPr>
        </a:p>
      </dgm:t>
    </dgm:pt>
    <dgm:pt modelId="{A5433E41-9B58-4931-97ED-514E60BDECD8}" type="parTrans" cxnId="{D1209028-5FFF-4652-8806-98358FDD860B}">
      <dgm:prSet/>
      <dgm:spPr/>
      <dgm:t>
        <a:bodyPr/>
        <a:lstStyle/>
        <a:p>
          <a:pPr algn="l"/>
          <a:endParaRPr lang="en-US" sz="2400">
            <a:latin typeface="Calibri" panose="020F0502020204030204" pitchFamily="34" charset="0"/>
            <a:cs typeface="Calibri" panose="020F0502020204030204" pitchFamily="34" charset="0"/>
          </a:endParaRPr>
        </a:p>
      </dgm:t>
    </dgm:pt>
    <dgm:pt modelId="{2C89E60B-4ADD-4950-8780-11C9F80F190F}" type="sibTrans" cxnId="{D1209028-5FFF-4652-8806-98358FDD860B}">
      <dgm:prSet/>
      <dgm:spPr/>
      <dgm:t>
        <a:bodyPr/>
        <a:lstStyle/>
        <a:p>
          <a:pPr algn="l"/>
          <a:endParaRPr lang="en-US" sz="2400">
            <a:latin typeface="Calibri" panose="020F0502020204030204" pitchFamily="34" charset="0"/>
            <a:cs typeface="Calibri" panose="020F0502020204030204" pitchFamily="34" charset="0"/>
          </a:endParaRPr>
        </a:p>
      </dgm:t>
    </dgm:pt>
    <dgm:pt modelId="{08454A5D-53D5-490B-BB07-ED777E9E2C60}">
      <dgm:prSet custT="1"/>
      <dgm:spPr/>
      <dgm:t>
        <a:bodyPr/>
        <a:lstStyle/>
        <a:p>
          <a:pPr algn="l"/>
          <a:r>
            <a:rPr lang="en-US" sz="2400" b="0" i="0" baseline="0">
              <a:latin typeface="Calibri" panose="020F0502020204030204" pitchFamily="34" charset="0"/>
              <a:cs typeface="Calibri" panose="020F0502020204030204" pitchFamily="34" charset="0"/>
            </a:rPr>
            <a:t>R</a:t>
          </a:r>
          <a:endParaRPr lang="en-US" sz="2400">
            <a:latin typeface="Calibri" panose="020F0502020204030204" pitchFamily="34" charset="0"/>
            <a:cs typeface="Calibri" panose="020F0502020204030204" pitchFamily="34" charset="0"/>
          </a:endParaRPr>
        </a:p>
      </dgm:t>
    </dgm:pt>
    <dgm:pt modelId="{78362EA0-2CFB-4B04-A1B6-AFC9489F5DC6}" type="parTrans" cxnId="{0E49A2D1-302F-4542-9A83-46EFAA72833B}">
      <dgm:prSet/>
      <dgm:spPr/>
      <dgm:t>
        <a:bodyPr/>
        <a:lstStyle/>
        <a:p>
          <a:pPr algn="l"/>
          <a:endParaRPr lang="en-US" sz="2400">
            <a:latin typeface="Calibri" panose="020F0502020204030204" pitchFamily="34" charset="0"/>
            <a:cs typeface="Calibri" panose="020F0502020204030204" pitchFamily="34" charset="0"/>
          </a:endParaRPr>
        </a:p>
      </dgm:t>
    </dgm:pt>
    <dgm:pt modelId="{A47039B6-D2C2-42CF-B358-C4AF5C459CF3}" type="sibTrans" cxnId="{0E49A2D1-302F-4542-9A83-46EFAA72833B}">
      <dgm:prSet/>
      <dgm:spPr/>
      <dgm:t>
        <a:bodyPr/>
        <a:lstStyle/>
        <a:p>
          <a:pPr algn="l"/>
          <a:endParaRPr lang="en-US" sz="2400">
            <a:latin typeface="Calibri" panose="020F0502020204030204" pitchFamily="34" charset="0"/>
            <a:cs typeface="Calibri" panose="020F0502020204030204" pitchFamily="34" charset="0"/>
          </a:endParaRPr>
        </a:p>
      </dgm:t>
    </dgm:pt>
    <dgm:pt modelId="{2723E4FF-8563-4F9C-BACB-58D3189D52D9}">
      <dgm:prSet custT="1"/>
      <dgm:spPr/>
      <dgm:t>
        <a:bodyPr/>
        <a:lstStyle/>
        <a:p>
          <a:pPr algn="l"/>
          <a:r>
            <a:rPr lang="en-US" sz="2400" b="0" i="0" baseline="0">
              <a:latin typeface="Calibri" panose="020F0502020204030204" pitchFamily="34" charset="0"/>
              <a:cs typeface="Calibri" panose="020F0502020204030204" pitchFamily="34" charset="0"/>
            </a:rPr>
            <a:t>Excel</a:t>
          </a:r>
          <a:endParaRPr lang="en-US" sz="2400">
            <a:latin typeface="Calibri" panose="020F0502020204030204" pitchFamily="34" charset="0"/>
            <a:cs typeface="Calibri" panose="020F0502020204030204" pitchFamily="34" charset="0"/>
          </a:endParaRPr>
        </a:p>
      </dgm:t>
    </dgm:pt>
    <dgm:pt modelId="{3ECB94F1-559F-4D37-97FA-35DE5CE14FFE}" type="parTrans" cxnId="{05B85037-5C74-430A-8A70-EE0E8661D453}">
      <dgm:prSet/>
      <dgm:spPr/>
      <dgm:t>
        <a:bodyPr/>
        <a:lstStyle/>
        <a:p>
          <a:pPr algn="l"/>
          <a:endParaRPr lang="en-US" sz="2400">
            <a:latin typeface="Calibri" panose="020F0502020204030204" pitchFamily="34" charset="0"/>
            <a:cs typeface="Calibri" panose="020F0502020204030204" pitchFamily="34" charset="0"/>
          </a:endParaRPr>
        </a:p>
      </dgm:t>
    </dgm:pt>
    <dgm:pt modelId="{0683EB0E-1050-4044-B977-5DEDDAAD5FB0}" type="sibTrans" cxnId="{05B85037-5C74-430A-8A70-EE0E8661D453}">
      <dgm:prSet/>
      <dgm:spPr/>
      <dgm:t>
        <a:bodyPr/>
        <a:lstStyle/>
        <a:p>
          <a:pPr algn="l"/>
          <a:endParaRPr lang="en-US" sz="2400">
            <a:latin typeface="Calibri" panose="020F0502020204030204" pitchFamily="34" charset="0"/>
            <a:cs typeface="Calibri" panose="020F0502020204030204" pitchFamily="34" charset="0"/>
          </a:endParaRPr>
        </a:p>
      </dgm:t>
    </dgm:pt>
    <dgm:pt modelId="{B5697AB8-D249-48D0-8FE0-F1CEDBD39689}">
      <dgm:prSet custT="1"/>
      <dgm:spPr/>
      <dgm:t>
        <a:bodyPr/>
        <a:lstStyle/>
        <a:p>
          <a:pPr algn="l"/>
          <a:r>
            <a:rPr lang="en-US" sz="2400" b="0" i="0" baseline="0">
              <a:latin typeface="Calibri" panose="020F0502020204030204" pitchFamily="34" charset="0"/>
              <a:cs typeface="Calibri" panose="020F0502020204030204" pitchFamily="34" charset="0"/>
            </a:rPr>
            <a:t>Statistical and machine learning tools</a:t>
          </a:r>
          <a:endParaRPr lang="en-US" sz="2400">
            <a:latin typeface="Calibri" panose="020F0502020204030204" pitchFamily="34" charset="0"/>
            <a:cs typeface="Calibri" panose="020F0502020204030204" pitchFamily="34" charset="0"/>
          </a:endParaRPr>
        </a:p>
      </dgm:t>
    </dgm:pt>
    <dgm:pt modelId="{BF2E978F-8665-423B-8763-20D4C458E73E}" type="parTrans" cxnId="{29EEDDD0-C376-407C-8BF3-FD009629E905}">
      <dgm:prSet/>
      <dgm:spPr/>
      <dgm:t>
        <a:bodyPr/>
        <a:lstStyle/>
        <a:p>
          <a:pPr algn="l"/>
          <a:endParaRPr lang="en-US" sz="2400">
            <a:latin typeface="Calibri" panose="020F0502020204030204" pitchFamily="34" charset="0"/>
            <a:cs typeface="Calibri" panose="020F0502020204030204" pitchFamily="34" charset="0"/>
          </a:endParaRPr>
        </a:p>
      </dgm:t>
    </dgm:pt>
    <dgm:pt modelId="{A9219E4D-1A62-4855-958F-955784ADF7A9}" type="sibTrans" cxnId="{29EEDDD0-C376-407C-8BF3-FD009629E905}">
      <dgm:prSet/>
      <dgm:spPr/>
      <dgm:t>
        <a:bodyPr/>
        <a:lstStyle/>
        <a:p>
          <a:pPr algn="l"/>
          <a:endParaRPr lang="en-US" sz="2400">
            <a:latin typeface="Calibri" panose="020F0502020204030204" pitchFamily="34" charset="0"/>
            <a:cs typeface="Calibri" panose="020F0502020204030204" pitchFamily="34" charset="0"/>
          </a:endParaRPr>
        </a:p>
      </dgm:t>
    </dgm:pt>
    <dgm:pt modelId="{4882297E-3137-B742-9AA5-3D91E37D4B93}" type="pres">
      <dgm:prSet presAssocID="{3D74A90A-C633-4D76-BB4B-DB99040ACFE5}" presName="vert0" presStyleCnt="0">
        <dgm:presLayoutVars>
          <dgm:dir/>
          <dgm:animOne val="branch"/>
          <dgm:animLvl val="lvl"/>
        </dgm:presLayoutVars>
      </dgm:prSet>
      <dgm:spPr/>
    </dgm:pt>
    <dgm:pt modelId="{8C4FA9CF-1A0D-8D41-8DBB-1D56B4E7C49B}" type="pres">
      <dgm:prSet presAssocID="{191ED42E-CA76-45E9-8390-38FFA806B39E}" presName="thickLine" presStyleLbl="alignNode1" presStyleIdx="0" presStyleCnt="8"/>
      <dgm:spPr/>
    </dgm:pt>
    <dgm:pt modelId="{92E5D458-F5A1-9C4A-A04F-B8CE53597DA1}" type="pres">
      <dgm:prSet presAssocID="{191ED42E-CA76-45E9-8390-38FFA806B39E}" presName="horz1" presStyleCnt="0"/>
      <dgm:spPr/>
    </dgm:pt>
    <dgm:pt modelId="{6F466B8F-7301-FA40-8ECB-DBDBCF7386C9}" type="pres">
      <dgm:prSet presAssocID="{191ED42E-CA76-45E9-8390-38FFA806B39E}" presName="tx1" presStyleLbl="revTx" presStyleIdx="0" presStyleCnt="8"/>
      <dgm:spPr/>
    </dgm:pt>
    <dgm:pt modelId="{6B1D6D1A-A63E-5947-B5A5-994D6BAF5F0A}" type="pres">
      <dgm:prSet presAssocID="{191ED42E-CA76-45E9-8390-38FFA806B39E}" presName="vert1" presStyleCnt="0"/>
      <dgm:spPr/>
    </dgm:pt>
    <dgm:pt modelId="{6DB7B6CA-AAFF-6F44-AD17-1FD484EC2412}" type="pres">
      <dgm:prSet presAssocID="{564B42BD-9593-4B9B-8220-5721CF1B2FB1}" presName="thickLine" presStyleLbl="alignNode1" presStyleIdx="1" presStyleCnt="8"/>
      <dgm:spPr/>
    </dgm:pt>
    <dgm:pt modelId="{E13289AD-7A03-5349-A740-0D41F325DFF6}" type="pres">
      <dgm:prSet presAssocID="{564B42BD-9593-4B9B-8220-5721CF1B2FB1}" presName="horz1" presStyleCnt="0"/>
      <dgm:spPr/>
    </dgm:pt>
    <dgm:pt modelId="{0959B70A-010A-614F-B603-22212AF3C589}" type="pres">
      <dgm:prSet presAssocID="{564B42BD-9593-4B9B-8220-5721CF1B2FB1}" presName="tx1" presStyleLbl="revTx" presStyleIdx="1" presStyleCnt="8"/>
      <dgm:spPr/>
    </dgm:pt>
    <dgm:pt modelId="{4053F961-BCE2-F94F-B3BC-D0515A73B25B}" type="pres">
      <dgm:prSet presAssocID="{564B42BD-9593-4B9B-8220-5721CF1B2FB1}" presName="vert1" presStyleCnt="0"/>
      <dgm:spPr/>
    </dgm:pt>
    <dgm:pt modelId="{73BB3308-1172-BD4C-880A-8FD0B45CE7E0}" type="pres">
      <dgm:prSet presAssocID="{5745A8F8-38F0-44EF-A9DD-B36518EB6BFA}" presName="thickLine" presStyleLbl="alignNode1" presStyleIdx="2" presStyleCnt="8"/>
      <dgm:spPr/>
    </dgm:pt>
    <dgm:pt modelId="{9EF10B8F-B031-7245-B4F9-D186FF0CF3EA}" type="pres">
      <dgm:prSet presAssocID="{5745A8F8-38F0-44EF-A9DD-B36518EB6BFA}" presName="horz1" presStyleCnt="0"/>
      <dgm:spPr/>
    </dgm:pt>
    <dgm:pt modelId="{129ED81B-A6EA-8147-9EB9-BBD7AB9FBF61}" type="pres">
      <dgm:prSet presAssocID="{5745A8F8-38F0-44EF-A9DD-B36518EB6BFA}" presName="tx1" presStyleLbl="revTx" presStyleIdx="2" presStyleCnt="8"/>
      <dgm:spPr/>
    </dgm:pt>
    <dgm:pt modelId="{E213DE4A-E3FA-D24A-97C7-94BE7DE37E4B}" type="pres">
      <dgm:prSet presAssocID="{5745A8F8-38F0-44EF-A9DD-B36518EB6BFA}" presName="vert1" presStyleCnt="0"/>
      <dgm:spPr/>
    </dgm:pt>
    <dgm:pt modelId="{11B27915-1BCC-AD41-ABF6-B7030C4543E6}" type="pres">
      <dgm:prSet presAssocID="{A50D4536-92A2-49E9-99B5-75B6A7103C5D}" presName="thickLine" presStyleLbl="alignNode1" presStyleIdx="3" presStyleCnt="8"/>
      <dgm:spPr/>
    </dgm:pt>
    <dgm:pt modelId="{26F50C6E-6F0F-FD45-885E-704F3FD4EEB7}" type="pres">
      <dgm:prSet presAssocID="{A50D4536-92A2-49E9-99B5-75B6A7103C5D}" presName="horz1" presStyleCnt="0"/>
      <dgm:spPr/>
    </dgm:pt>
    <dgm:pt modelId="{18437005-DC3C-E34A-BCD7-6AED54ACA1D3}" type="pres">
      <dgm:prSet presAssocID="{A50D4536-92A2-49E9-99B5-75B6A7103C5D}" presName="tx1" presStyleLbl="revTx" presStyleIdx="3" presStyleCnt="8"/>
      <dgm:spPr/>
    </dgm:pt>
    <dgm:pt modelId="{665D54FE-F145-034C-B8D4-37772B130DAB}" type="pres">
      <dgm:prSet presAssocID="{A50D4536-92A2-49E9-99B5-75B6A7103C5D}" presName="vert1" presStyleCnt="0"/>
      <dgm:spPr/>
    </dgm:pt>
    <dgm:pt modelId="{D0B9E4F7-E42D-054A-98DF-BC67C8891329}" type="pres">
      <dgm:prSet presAssocID="{AFD43849-963B-46AC-A661-06B0A919C66F}" presName="thickLine" presStyleLbl="alignNode1" presStyleIdx="4" presStyleCnt="8"/>
      <dgm:spPr/>
    </dgm:pt>
    <dgm:pt modelId="{1D7BEBCB-8138-AC4C-BCF3-6BBA57F7D723}" type="pres">
      <dgm:prSet presAssocID="{AFD43849-963B-46AC-A661-06B0A919C66F}" presName="horz1" presStyleCnt="0"/>
      <dgm:spPr/>
    </dgm:pt>
    <dgm:pt modelId="{CC56548C-B53F-9248-9716-84DE75334F78}" type="pres">
      <dgm:prSet presAssocID="{AFD43849-963B-46AC-A661-06B0A919C66F}" presName="tx1" presStyleLbl="revTx" presStyleIdx="4" presStyleCnt="8"/>
      <dgm:spPr/>
    </dgm:pt>
    <dgm:pt modelId="{B6DEC8B6-0BA1-234C-8F4B-407E6A522F24}" type="pres">
      <dgm:prSet presAssocID="{AFD43849-963B-46AC-A661-06B0A919C66F}" presName="vert1" presStyleCnt="0"/>
      <dgm:spPr/>
    </dgm:pt>
    <dgm:pt modelId="{0E9034EA-413A-2545-8CD4-880C10378531}" type="pres">
      <dgm:prSet presAssocID="{08454A5D-53D5-490B-BB07-ED777E9E2C60}" presName="thickLine" presStyleLbl="alignNode1" presStyleIdx="5" presStyleCnt="8"/>
      <dgm:spPr/>
    </dgm:pt>
    <dgm:pt modelId="{DD31448A-AC60-3E41-965A-E8D0F7024C23}" type="pres">
      <dgm:prSet presAssocID="{08454A5D-53D5-490B-BB07-ED777E9E2C60}" presName="horz1" presStyleCnt="0"/>
      <dgm:spPr/>
    </dgm:pt>
    <dgm:pt modelId="{FFE888FC-9334-5C42-9909-EC845AF05428}" type="pres">
      <dgm:prSet presAssocID="{08454A5D-53D5-490B-BB07-ED777E9E2C60}" presName="tx1" presStyleLbl="revTx" presStyleIdx="5" presStyleCnt="8"/>
      <dgm:spPr/>
    </dgm:pt>
    <dgm:pt modelId="{697C6B88-2712-1047-AEFF-8639E16D251C}" type="pres">
      <dgm:prSet presAssocID="{08454A5D-53D5-490B-BB07-ED777E9E2C60}" presName="vert1" presStyleCnt="0"/>
      <dgm:spPr/>
    </dgm:pt>
    <dgm:pt modelId="{9F0EBD68-CF3D-7D49-BC8C-77610199B925}" type="pres">
      <dgm:prSet presAssocID="{2723E4FF-8563-4F9C-BACB-58D3189D52D9}" presName="thickLine" presStyleLbl="alignNode1" presStyleIdx="6" presStyleCnt="8"/>
      <dgm:spPr/>
    </dgm:pt>
    <dgm:pt modelId="{88A1BB0C-43C3-6748-B22F-668585494C64}" type="pres">
      <dgm:prSet presAssocID="{2723E4FF-8563-4F9C-BACB-58D3189D52D9}" presName="horz1" presStyleCnt="0"/>
      <dgm:spPr/>
    </dgm:pt>
    <dgm:pt modelId="{C627E3A7-A0A5-B546-BE29-99C81B935EE1}" type="pres">
      <dgm:prSet presAssocID="{2723E4FF-8563-4F9C-BACB-58D3189D52D9}" presName="tx1" presStyleLbl="revTx" presStyleIdx="6" presStyleCnt="8"/>
      <dgm:spPr/>
    </dgm:pt>
    <dgm:pt modelId="{49D925BB-E820-D841-9A09-F1E2E5067D70}" type="pres">
      <dgm:prSet presAssocID="{2723E4FF-8563-4F9C-BACB-58D3189D52D9}" presName="vert1" presStyleCnt="0"/>
      <dgm:spPr/>
    </dgm:pt>
    <dgm:pt modelId="{44ABA935-A1AD-FA48-B2BB-1F9F6C4F76C3}" type="pres">
      <dgm:prSet presAssocID="{B5697AB8-D249-48D0-8FE0-F1CEDBD39689}" presName="thickLine" presStyleLbl="alignNode1" presStyleIdx="7" presStyleCnt="8"/>
      <dgm:spPr/>
    </dgm:pt>
    <dgm:pt modelId="{6401B1B5-5902-5648-A2A6-3B2E7A0565B1}" type="pres">
      <dgm:prSet presAssocID="{B5697AB8-D249-48D0-8FE0-F1CEDBD39689}" presName="horz1" presStyleCnt="0"/>
      <dgm:spPr/>
    </dgm:pt>
    <dgm:pt modelId="{B59A964B-86FA-F94B-9E5C-469F908A7BB9}" type="pres">
      <dgm:prSet presAssocID="{B5697AB8-D249-48D0-8FE0-F1CEDBD39689}" presName="tx1" presStyleLbl="revTx" presStyleIdx="7" presStyleCnt="8"/>
      <dgm:spPr/>
    </dgm:pt>
    <dgm:pt modelId="{F672D0DE-04E5-564B-B156-2B48B77421FC}" type="pres">
      <dgm:prSet presAssocID="{B5697AB8-D249-48D0-8FE0-F1CEDBD39689}" presName="vert1" presStyleCnt="0"/>
      <dgm:spPr/>
    </dgm:pt>
  </dgm:ptLst>
  <dgm:cxnLst>
    <dgm:cxn modelId="{8774AC24-EE9B-BD4B-BE18-4D2244A42247}" type="presOf" srcId="{3D74A90A-C633-4D76-BB4B-DB99040ACFE5}" destId="{4882297E-3137-B742-9AA5-3D91E37D4B93}" srcOrd="0" destOrd="0" presId="urn:microsoft.com/office/officeart/2008/layout/LinedList"/>
    <dgm:cxn modelId="{D1209028-5FFF-4652-8806-98358FDD860B}" srcId="{3D74A90A-C633-4D76-BB4B-DB99040ACFE5}" destId="{AFD43849-963B-46AC-A661-06B0A919C66F}" srcOrd="4" destOrd="0" parTransId="{A5433E41-9B58-4931-97ED-514E60BDECD8}" sibTransId="{2C89E60B-4ADD-4950-8780-11C9F80F190F}"/>
    <dgm:cxn modelId="{05B85037-5C74-430A-8A70-EE0E8661D453}" srcId="{3D74A90A-C633-4D76-BB4B-DB99040ACFE5}" destId="{2723E4FF-8563-4F9C-BACB-58D3189D52D9}" srcOrd="6" destOrd="0" parTransId="{3ECB94F1-559F-4D37-97FA-35DE5CE14FFE}" sibTransId="{0683EB0E-1050-4044-B977-5DEDDAAD5FB0}"/>
    <dgm:cxn modelId="{55201C39-2C46-1342-AB9C-4CA2125FF953}" type="presOf" srcId="{191ED42E-CA76-45E9-8390-38FFA806B39E}" destId="{6F466B8F-7301-FA40-8ECB-DBDBCF7386C9}" srcOrd="0" destOrd="0" presId="urn:microsoft.com/office/officeart/2008/layout/LinedList"/>
    <dgm:cxn modelId="{11607C4E-9511-DA4A-A7E8-5AB6A8B2ED7C}" type="presOf" srcId="{A50D4536-92A2-49E9-99B5-75B6A7103C5D}" destId="{18437005-DC3C-E34A-BCD7-6AED54ACA1D3}" srcOrd="0" destOrd="0" presId="urn:microsoft.com/office/officeart/2008/layout/LinedList"/>
    <dgm:cxn modelId="{A26B5C66-8244-FA40-9751-BCD4C18C6A31}" type="presOf" srcId="{08454A5D-53D5-490B-BB07-ED777E9E2C60}" destId="{FFE888FC-9334-5C42-9909-EC845AF05428}" srcOrd="0" destOrd="0" presId="urn:microsoft.com/office/officeart/2008/layout/LinedList"/>
    <dgm:cxn modelId="{402FF676-116E-444C-B8C9-E86C5132A28B}" srcId="{3D74A90A-C633-4D76-BB4B-DB99040ACFE5}" destId="{564B42BD-9593-4B9B-8220-5721CF1B2FB1}" srcOrd="1" destOrd="0" parTransId="{FCF0CE7A-55C0-4EA5-A1E6-2A57DD642F07}" sibTransId="{75F48868-1455-4307-9DC4-DF428E6903BD}"/>
    <dgm:cxn modelId="{1FA0627B-CD36-3348-86A3-B1821B5F58D8}" type="presOf" srcId="{564B42BD-9593-4B9B-8220-5721CF1B2FB1}" destId="{0959B70A-010A-614F-B603-22212AF3C589}" srcOrd="0" destOrd="0" presId="urn:microsoft.com/office/officeart/2008/layout/LinedList"/>
    <dgm:cxn modelId="{1603C386-FCF4-4681-A8B8-42C459578856}" srcId="{3D74A90A-C633-4D76-BB4B-DB99040ACFE5}" destId="{5745A8F8-38F0-44EF-A9DD-B36518EB6BFA}" srcOrd="2" destOrd="0" parTransId="{261C00AC-D612-41FE-8041-7472DAFC6EEC}" sibTransId="{79EA305B-2846-468E-91BD-386FC501CB34}"/>
    <dgm:cxn modelId="{B636419F-7BF4-5B4C-ACE3-7F9ED2297ED7}" type="presOf" srcId="{B5697AB8-D249-48D0-8FE0-F1CEDBD39689}" destId="{B59A964B-86FA-F94B-9E5C-469F908A7BB9}" srcOrd="0" destOrd="0" presId="urn:microsoft.com/office/officeart/2008/layout/LinedList"/>
    <dgm:cxn modelId="{051A19B0-E391-4697-81F2-69A2EC6E9449}" srcId="{3D74A90A-C633-4D76-BB4B-DB99040ACFE5}" destId="{191ED42E-CA76-45E9-8390-38FFA806B39E}" srcOrd="0" destOrd="0" parTransId="{F467CDBA-A769-49E1-8CA6-06381FC2814B}" sibTransId="{0FBF4F6E-2A93-42F3-A231-3A17B668FD98}"/>
    <dgm:cxn modelId="{05A958C1-933B-5449-BAF3-9CDE821F3203}" type="presOf" srcId="{2723E4FF-8563-4F9C-BACB-58D3189D52D9}" destId="{C627E3A7-A0A5-B546-BE29-99C81B935EE1}" srcOrd="0" destOrd="0" presId="urn:microsoft.com/office/officeart/2008/layout/LinedList"/>
    <dgm:cxn modelId="{29EEDDD0-C376-407C-8BF3-FD009629E905}" srcId="{3D74A90A-C633-4D76-BB4B-DB99040ACFE5}" destId="{B5697AB8-D249-48D0-8FE0-F1CEDBD39689}" srcOrd="7" destOrd="0" parTransId="{BF2E978F-8665-423B-8763-20D4C458E73E}" sibTransId="{A9219E4D-1A62-4855-958F-955784ADF7A9}"/>
    <dgm:cxn modelId="{0E49A2D1-302F-4542-9A83-46EFAA72833B}" srcId="{3D74A90A-C633-4D76-BB4B-DB99040ACFE5}" destId="{08454A5D-53D5-490B-BB07-ED777E9E2C60}" srcOrd="5" destOrd="0" parTransId="{78362EA0-2CFB-4B04-A1B6-AFC9489F5DC6}" sibTransId="{A47039B6-D2C2-42CF-B358-C4AF5C459CF3}"/>
    <dgm:cxn modelId="{73D57CD3-51D3-41DA-90D2-5A7889CBB145}" srcId="{3D74A90A-C633-4D76-BB4B-DB99040ACFE5}" destId="{A50D4536-92A2-49E9-99B5-75B6A7103C5D}" srcOrd="3" destOrd="0" parTransId="{9CD46926-856F-4E37-A947-76152B12220A}" sibTransId="{06271E79-CBF4-4203-8521-EC180D2A27EF}"/>
    <dgm:cxn modelId="{89315EE9-568D-EB44-878A-F3B4C3D985C2}" type="presOf" srcId="{5745A8F8-38F0-44EF-A9DD-B36518EB6BFA}" destId="{129ED81B-A6EA-8147-9EB9-BBD7AB9FBF61}" srcOrd="0" destOrd="0" presId="urn:microsoft.com/office/officeart/2008/layout/LinedList"/>
    <dgm:cxn modelId="{6C3821F4-06A5-DC41-8C1A-3DB54DC8C691}" type="presOf" srcId="{AFD43849-963B-46AC-A661-06B0A919C66F}" destId="{CC56548C-B53F-9248-9716-84DE75334F78}" srcOrd="0" destOrd="0" presId="urn:microsoft.com/office/officeart/2008/layout/LinedList"/>
    <dgm:cxn modelId="{A54A0FAC-9CE1-FC42-9E1E-E86675885325}" type="presParOf" srcId="{4882297E-3137-B742-9AA5-3D91E37D4B93}" destId="{8C4FA9CF-1A0D-8D41-8DBB-1D56B4E7C49B}" srcOrd="0" destOrd="0" presId="urn:microsoft.com/office/officeart/2008/layout/LinedList"/>
    <dgm:cxn modelId="{5345F66E-5271-3747-97B5-E4978CB49D3F}" type="presParOf" srcId="{4882297E-3137-B742-9AA5-3D91E37D4B93}" destId="{92E5D458-F5A1-9C4A-A04F-B8CE53597DA1}" srcOrd="1" destOrd="0" presId="urn:microsoft.com/office/officeart/2008/layout/LinedList"/>
    <dgm:cxn modelId="{F054ED34-981A-F046-BA70-CCFE07F977DD}" type="presParOf" srcId="{92E5D458-F5A1-9C4A-A04F-B8CE53597DA1}" destId="{6F466B8F-7301-FA40-8ECB-DBDBCF7386C9}" srcOrd="0" destOrd="0" presId="urn:microsoft.com/office/officeart/2008/layout/LinedList"/>
    <dgm:cxn modelId="{369783E7-21C1-9E42-95D9-B9C0CF1C96D5}" type="presParOf" srcId="{92E5D458-F5A1-9C4A-A04F-B8CE53597DA1}" destId="{6B1D6D1A-A63E-5947-B5A5-994D6BAF5F0A}" srcOrd="1" destOrd="0" presId="urn:microsoft.com/office/officeart/2008/layout/LinedList"/>
    <dgm:cxn modelId="{484086B8-F85F-6848-8304-E0CAED9D64E9}" type="presParOf" srcId="{4882297E-3137-B742-9AA5-3D91E37D4B93}" destId="{6DB7B6CA-AAFF-6F44-AD17-1FD484EC2412}" srcOrd="2" destOrd="0" presId="urn:microsoft.com/office/officeart/2008/layout/LinedList"/>
    <dgm:cxn modelId="{8525FCDB-65F4-7249-9F57-8FB2A62A4A2E}" type="presParOf" srcId="{4882297E-3137-B742-9AA5-3D91E37D4B93}" destId="{E13289AD-7A03-5349-A740-0D41F325DFF6}" srcOrd="3" destOrd="0" presId="urn:microsoft.com/office/officeart/2008/layout/LinedList"/>
    <dgm:cxn modelId="{D46B481C-FBCA-E140-AC5A-254B82F9C2B3}" type="presParOf" srcId="{E13289AD-7A03-5349-A740-0D41F325DFF6}" destId="{0959B70A-010A-614F-B603-22212AF3C589}" srcOrd="0" destOrd="0" presId="urn:microsoft.com/office/officeart/2008/layout/LinedList"/>
    <dgm:cxn modelId="{C5B5C5D7-8CD4-3547-A8D5-A83C2B675F47}" type="presParOf" srcId="{E13289AD-7A03-5349-A740-0D41F325DFF6}" destId="{4053F961-BCE2-F94F-B3BC-D0515A73B25B}" srcOrd="1" destOrd="0" presId="urn:microsoft.com/office/officeart/2008/layout/LinedList"/>
    <dgm:cxn modelId="{85502F28-3D03-2F45-9B4F-1887FABD7C1F}" type="presParOf" srcId="{4882297E-3137-B742-9AA5-3D91E37D4B93}" destId="{73BB3308-1172-BD4C-880A-8FD0B45CE7E0}" srcOrd="4" destOrd="0" presId="urn:microsoft.com/office/officeart/2008/layout/LinedList"/>
    <dgm:cxn modelId="{8988FA55-2DEB-0B45-988F-3F5007EF889B}" type="presParOf" srcId="{4882297E-3137-B742-9AA5-3D91E37D4B93}" destId="{9EF10B8F-B031-7245-B4F9-D186FF0CF3EA}" srcOrd="5" destOrd="0" presId="urn:microsoft.com/office/officeart/2008/layout/LinedList"/>
    <dgm:cxn modelId="{EA822284-F3EB-0544-A439-8294DF0C62D0}" type="presParOf" srcId="{9EF10B8F-B031-7245-B4F9-D186FF0CF3EA}" destId="{129ED81B-A6EA-8147-9EB9-BBD7AB9FBF61}" srcOrd="0" destOrd="0" presId="urn:microsoft.com/office/officeart/2008/layout/LinedList"/>
    <dgm:cxn modelId="{2DC949F4-DF03-CF45-859D-4DFA4B16B001}" type="presParOf" srcId="{9EF10B8F-B031-7245-B4F9-D186FF0CF3EA}" destId="{E213DE4A-E3FA-D24A-97C7-94BE7DE37E4B}" srcOrd="1" destOrd="0" presId="urn:microsoft.com/office/officeart/2008/layout/LinedList"/>
    <dgm:cxn modelId="{97898AAC-5E90-3340-BCEC-445BB1732F20}" type="presParOf" srcId="{4882297E-3137-B742-9AA5-3D91E37D4B93}" destId="{11B27915-1BCC-AD41-ABF6-B7030C4543E6}" srcOrd="6" destOrd="0" presId="urn:microsoft.com/office/officeart/2008/layout/LinedList"/>
    <dgm:cxn modelId="{4F3FC6C8-3B6F-834C-BFD0-31AF54CEAD9D}" type="presParOf" srcId="{4882297E-3137-B742-9AA5-3D91E37D4B93}" destId="{26F50C6E-6F0F-FD45-885E-704F3FD4EEB7}" srcOrd="7" destOrd="0" presId="urn:microsoft.com/office/officeart/2008/layout/LinedList"/>
    <dgm:cxn modelId="{83B15695-D0CB-534C-BC2A-34D2F0D68D4A}" type="presParOf" srcId="{26F50C6E-6F0F-FD45-885E-704F3FD4EEB7}" destId="{18437005-DC3C-E34A-BCD7-6AED54ACA1D3}" srcOrd="0" destOrd="0" presId="urn:microsoft.com/office/officeart/2008/layout/LinedList"/>
    <dgm:cxn modelId="{7FF40135-AB7E-5A49-B232-0447A8854B2E}" type="presParOf" srcId="{26F50C6E-6F0F-FD45-885E-704F3FD4EEB7}" destId="{665D54FE-F145-034C-B8D4-37772B130DAB}" srcOrd="1" destOrd="0" presId="urn:microsoft.com/office/officeart/2008/layout/LinedList"/>
    <dgm:cxn modelId="{354B0F17-FFBC-EF49-91B6-119B065D6683}" type="presParOf" srcId="{4882297E-3137-B742-9AA5-3D91E37D4B93}" destId="{D0B9E4F7-E42D-054A-98DF-BC67C8891329}" srcOrd="8" destOrd="0" presId="urn:microsoft.com/office/officeart/2008/layout/LinedList"/>
    <dgm:cxn modelId="{41750B1F-5B53-9B45-A3E9-BE4099D41B14}" type="presParOf" srcId="{4882297E-3137-B742-9AA5-3D91E37D4B93}" destId="{1D7BEBCB-8138-AC4C-BCF3-6BBA57F7D723}" srcOrd="9" destOrd="0" presId="urn:microsoft.com/office/officeart/2008/layout/LinedList"/>
    <dgm:cxn modelId="{9B9890E7-56AC-AD40-B36F-A4728F094551}" type="presParOf" srcId="{1D7BEBCB-8138-AC4C-BCF3-6BBA57F7D723}" destId="{CC56548C-B53F-9248-9716-84DE75334F78}" srcOrd="0" destOrd="0" presId="urn:microsoft.com/office/officeart/2008/layout/LinedList"/>
    <dgm:cxn modelId="{6DADBB75-A345-394A-AC98-E2E651E8C725}" type="presParOf" srcId="{1D7BEBCB-8138-AC4C-BCF3-6BBA57F7D723}" destId="{B6DEC8B6-0BA1-234C-8F4B-407E6A522F24}" srcOrd="1" destOrd="0" presId="urn:microsoft.com/office/officeart/2008/layout/LinedList"/>
    <dgm:cxn modelId="{001C6DCC-1BEB-DC46-A406-443AE0DC4730}" type="presParOf" srcId="{4882297E-3137-B742-9AA5-3D91E37D4B93}" destId="{0E9034EA-413A-2545-8CD4-880C10378531}" srcOrd="10" destOrd="0" presId="urn:microsoft.com/office/officeart/2008/layout/LinedList"/>
    <dgm:cxn modelId="{CAFFC301-E351-DD47-9E3A-F31F5739F41B}" type="presParOf" srcId="{4882297E-3137-B742-9AA5-3D91E37D4B93}" destId="{DD31448A-AC60-3E41-965A-E8D0F7024C23}" srcOrd="11" destOrd="0" presId="urn:microsoft.com/office/officeart/2008/layout/LinedList"/>
    <dgm:cxn modelId="{0160C9E3-08D2-E84A-B1D7-75DE9F9978AB}" type="presParOf" srcId="{DD31448A-AC60-3E41-965A-E8D0F7024C23}" destId="{FFE888FC-9334-5C42-9909-EC845AF05428}" srcOrd="0" destOrd="0" presId="urn:microsoft.com/office/officeart/2008/layout/LinedList"/>
    <dgm:cxn modelId="{DE00713B-2985-6B4B-9CA0-C7F3DF8D0C6C}" type="presParOf" srcId="{DD31448A-AC60-3E41-965A-E8D0F7024C23}" destId="{697C6B88-2712-1047-AEFF-8639E16D251C}" srcOrd="1" destOrd="0" presId="urn:microsoft.com/office/officeart/2008/layout/LinedList"/>
    <dgm:cxn modelId="{F22B9189-0277-EE46-99C3-54457C75F9F0}" type="presParOf" srcId="{4882297E-3137-B742-9AA5-3D91E37D4B93}" destId="{9F0EBD68-CF3D-7D49-BC8C-77610199B925}" srcOrd="12" destOrd="0" presId="urn:microsoft.com/office/officeart/2008/layout/LinedList"/>
    <dgm:cxn modelId="{89B88002-20C1-1440-B913-2B8D988E29C7}" type="presParOf" srcId="{4882297E-3137-B742-9AA5-3D91E37D4B93}" destId="{88A1BB0C-43C3-6748-B22F-668585494C64}" srcOrd="13" destOrd="0" presId="urn:microsoft.com/office/officeart/2008/layout/LinedList"/>
    <dgm:cxn modelId="{E9836F53-6677-6C43-825F-5644A8FCF18E}" type="presParOf" srcId="{88A1BB0C-43C3-6748-B22F-668585494C64}" destId="{C627E3A7-A0A5-B546-BE29-99C81B935EE1}" srcOrd="0" destOrd="0" presId="urn:microsoft.com/office/officeart/2008/layout/LinedList"/>
    <dgm:cxn modelId="{8A596E88-C5B2-E449-BD8C-CEA8EBE8D3FF}" type="presParOf" srcId="{88A1BB0C-43C3-6748-B22F-668585494C64}" destId="{49D925BB-E820-D841-9A09-F1E2E5067D70}" srcOrd="1" destOrd="0" presId="urn:microsoft.com/office/officeart/2008/layout/LinedList"/>
    <dgm:cxn modelId="{482572A4-2AA9-BB44-A5D4-FCED888FCDA2}" type="presParOf" srcId="{4882297E-3137-B742-9AA5-3D91E37D4B93}" destId="{44ABA935-A1AD-FA48-B2BB-1F9F6C4F76C3}" srcOrd="14" destOrd="0" presId="urn:microsoft.com/office/officeart/2008/layout/LinedList"/>
    <dgm:cxn modelId="{B8C50D9C-69CA-2B41-B379-48C8DE626653}" type="presParOf" srcId="{4882297E-3137-B742-9AA5-3D91E37D4B93}" destId="{6401B1B5-5902-5648-A2A6-3B2E7A0565B1}" srcOrd="15" destOrd="0" presId="urn:microsoft.com/office/officeart/2008/layout/LinedList"/>
    <dgm:cxn modelId="{312D95A9-B5C5-9B41-910B-BDBDB12D2987}" type="presParOf" srcId="{6401B1B5-5902-5648-A2A6-3B2E7A0565B1}" destId="{B59A964B-86FA-F94B-9E5C-469F908A7BB9}" srcOrd="0" destOrd="0" presId="urn:microsoft.com/office/officeart/2008/layout/LinedList"/>
    <dgm:cxn modelId="{BF2DAAE1-2752-4940-ACC2-E583C6EB1A3C}" type="presParOf" srcId="{6401B1B5-5902-5648-A2A6-3B2E7A0565B1}" destId="{F672D0DE-04E5-564B-B156-2B48B77421F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AC36CEB-5C20-4024-B20D-3997841CFF4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249D4B-965A-48EC-90EA-C81AFD6AE81B}">
      <dgm:prSet custT="1"/>
      <dgm:spPr/>
      <dgm:t>
        <a:bodyPr/>
        <a:lstStyle/>
        <a:p>
          <a:pPr>
            <a:lnSpc>
              <a:spcPct val="100000"/>
            </a:lnSpc>
            <a:defRPr cap="all"/>
          </a:pPr>
          <a:r>
            <a:rPr lang="en-US" sz="1800" b="0" i="0" baseline="0" dirty="0"/>
            <a:t>Linear regression was executed using both </a:t>
          </a:r>
          <a:r>
            <a:rPr lang="en-US" sz="1800" b="0" i="0" baseline="0" dirty="0" err="1"/>
            <a:t>read.csv</a:t>
          </a:r>
          <a:r>
            <a:rPr lang="en-US" sz="1800" b="0" i="0" baseline="0" dirty="0"/>
            <a:t>() and </a:t>
          </a:r>
          <a:r>
            <a:rPr lang="en-US" sz="1800" b="0" i="0" baseline="0" dirty="0" err="1"/>
            <a:t>fread</a:t>
          </a:r>
          <a:r>
            <a:rPr lang="en-US" sz="1800" b="0" i="0" baseline="0" dirty="0"/>
            <a:t>() for data loading.</a:t>
          </a:r>
          <a:endParaRPr lang="en-US" sz="1800" dirty="0"/>
        </a:p>
      </dgm:t>
    </dgm:pt>
    <dgm:pt modelId="{78D38744-05BA-4E1E-8902-3CEFCEE4B4CD}" type="parTrans" cxnId="{2FF802B4-D604-43AE-8030-5BC19F802C67}">
      <dgm:prSet/>
      <dgm:spPr/>
      <dgm:t>
        <a:bodyPr/>
        <a:lstStyle/>
        <a:p>
          <a:endParaRPr lang="en-US" sz="2400"/>
        </a:p>
      </dgm:t>
    </dgm:pt>
    <dgm:pt modelId="{6D2838DA-C28F-42CF-8611-4614E22C4906}" type="sibTrans" cxnId="{2FF802B4-D604-43AE-8030-5BC19F802C67}">
      <dgm:prSet/>
      <dgm:spPr/>
      <dgm:t>
        <a:bodyPr/>
        <a:lstStyle/>
        <a:p>
          <a:endParaRPr lang="en-US"/>
        </a:p>
      </dgm:t>
    </dgm:pt>
    <dgm:pt modelId="{F54D3EB1-C2FD-4BF9-A391-D7E420335C8E}">
      <dgm:prSet/>
      <dgm:spPr/>
      <dgm:t>
        <a:bodyPr/>
        <a:lstStyle/>
        <a:p>
          <a:pPr>
            <a:lnSpc>
              <a:spcPct val="100000"/>
            </a:lnSpc>
            <a:defRPr cap="all"/>
          </a:pPr>
          <a:r>
            <a:rPr lang="en-US" b="0" i="0" baseline="0" dirty="0"/>
            <a:t>The </a:t>
          </a:r>
          <a:r>
            <a:rPr lang="en-US" b="0" i="0" baseline="0" dirty="0" err="1"/>
            <a:t>fread</a:t>
          </a:r>
          <a:r>
            <a:rPr lang="en-US" b="0" i="0" baseline="0" dirty="0"/>
            <a:t>() method demonstrated lower runtime compared to </a:t>
          </a:r>
          <a:r>
            <a:rPr lang="en-US" b="0" i="0" baseline="0" dirty="0" err="1"/>
            <a:t>read.csv</a:t>
          </a:r>
          <a:r>
            <a:rPr lang="en-US" b="0" i="0" baseline="0" dirty="0"/>
            <a:t>().</a:t>
          </a:r>
          <a:endParaRPr lang="en-US" dirty="0"/>
        </a:p>
      </dgm:t>
    </dgm:pt>
    <dgm:pt modelId="{19BC7500-AA7E-426B-90E7-0A8F67103B84}" type="parTrans" cxnId="{22A4AD42-CC8F-4DAA-A2F8-2DFB44F1D68A}">
      <dgm:prSet/>
      <dgm:spPr/>
      <dgm:t>
        <a:bodyPr/>
        <a:lstStyle/>
        <a:p>
          <a:endParaRPr lang="en-US" sz="2400"/>
        </a:p>
      </dgm:t>
    </dgm:pt>
    <dgm:pt modelId="{3282D317-5A32-498C-AC63-1A265B6B0EDD}" type="sibTrans" cxnId="{22A4AD42-CC8F-4DAA-A2F8-2DFB44F1D68A}">
      <dgm:prSet/>
      <dgm:spPr/>
      <dgm:t>
        <a:bodyPr/>
        <a:lstStyle/>
        <a:p>
          <a:endParaRPr lang="en-US"/>
        </a:p>
      </dgm:t>
    </dgm:pt>
    <dgm:pt modelId="{D46FB04C-6A07-4791-B50A-285979DEE21A}">
      <dgm:prSet/>
      <dgm:spPr/>
      <dgm:t>
        <a:bodyPr/>
        <a:lstStyle/>
        <a:p>
          <a:pPr>
            <a:lnSpc>
              <a:spcPct val="100000"/>
            </a:lnSpc>
            <a:defRPr cap="all"/>
          </a:pPr>
          <a:r>
            <a:rPr lang="en-US" b="0" i="0" baseline="0" dirty="0"/>
            <a:t>Faster data ingestion contributed to improved overall model execution time.</a:t>
          </a:r>
          <a:endParaRPr lang="en-US" dirty="0"/>
        </a:p>
      </dgm:t>
    </dgm:pt>
    <dgm:pt modelId="{84A4A605-A1E4-49D5-ACFA-B10F667F1417}" type="parTrans" cxnId="{F21560E4-4B36-4585-B2A2-9A6DAECF8A78}">
      <dgm:prSet/>
      <dgm:spPr/>
      <dgm:t>
        <a:bodyPr/>
        <a:lstStyle/>
        <a:p>
          <a:endParaRPr lang="en-US" sz="2400"/>
        </a:p>
      </dgm:t>
    </dgm:pt>
    <dgm:pt modelId="{B35FEE4D-795F-4307-A86B-0297A24128B5}" type="sibTrans" cxnId="{F21560E4-4B36-4585-B2A2-9A6DAECF8A78}">
      <dgm:prSet/>
      <dgm:spPr/>
      <dgm:t>
        <a:bodyPr/>
        <a:lstStyle/>
        <a:p>
          <a:endParaRPr lang="en-US"/>
        </a:p>
      </dgm:t>
    </dgm:pt>
    <dgm:pt modelId="{7E4D1979-E2CF-4385-9EAE-DC82D3F848C0}" type="pres">
      <dgm:prSet presAssocID="{1AC36CEB-5C20-4024-B20D-3997841CFF41}" presName="root" presStyleCnt="0">
        <dgm:presLayoutVars>
          <dgm:dir/>
          <dgm:resizeHandles val="exact"/>
        </dgm:presLayoutVars>
      </dgm:prSet>
      <dgm:spPr/>
    </dgm:pt>
    <dgm:pt modelId="{D24F7F72-6E25-4CB4-AFE4-CF98EBCFC8E3}" type="pres">
      <dgm:prSet presAssocID="{3E249D4B-965A-48EC-90EA-C81AFD6AE81B}" presName="compNode" presStyleCnt="0"/>
      <dgm:spPr/>
    </dgm:pt>
    <dgm:pt modelId="{54950E59-1C6B-4E7B-96F4-4E2EE085D1DC}" type="pres">
      <dgm:prSet presAssocID="{3E249D4B-965A-48EC-90EA-C81AFD6AE81B}" presName="iconBgRect" presStyleLbl="bgShp" presStyleIdx="0" presStyleCnt="3" custScaleX="85393" custScaleY="82948"/>
      <dgm:spPr>
        <a:prstGeom prst="round2DiagRect">
          <a:avLst>
            <a:gd name="adj1" fmla="val 29727"/>
            <a:gd name="adj2" fmla="val 0"/>
          </a:avLst>
        </a:prstGeom>
      </dgm:spPr>
    </dgm:pt>
    <dgm:pt modelId="{92BDC1AF-0C7B-4042-9190-0AA334D6EB5C}" type="pres">
      <dgm:prSet presAssocID="{3E249D4B-965A-48EC-90EA-C81AFD6AE81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C1F070CF-37DD-4E9D-ADB9-3F284C1BFFDC}" type="pres">
      <dgm:prSet presAssocID="{3E249D4B-965A-48EC-90EA-C81AFD6AE81B}" presName="spaceRect" presStyleCnt="0"/>
      <dgm:spPr/>
    </dgm:pt>
    <dgm:pt modelId="{C1CF8847-D5BB-4FB9-8167-28C64E9AD401}" type="pres">
      <dgm:prSet presAssocID="{3E249D4B-965A-48EC-90EA-C81AFD6AE81B}" presName="textRect" presStyleLbl="revTx" presStyleIdx="0" presStyleCnt="3" custScaleX="104503" custScaleY="134209">
        <dgm:presLayoutVars>
          <dgm:chMax val="1"/>
          <dgm:chPref val="1"/>
        </dgm:presLayoutVars>
      </dgm:prSet>
      <dgm:spPr/>
    </dgm:pt>
    <dgm:pt modelId="{D0023CEF-8B9C-41CA-ABEE-405CAF38C4C4}" type="pres">
      <dgm:prSet presAssocID="{6D2838DA-C28F-42CF-8611-4614E22C4906}" presName="sibTrans" presStyleCnt="0"/>
      <dgm:spPr/>
    </dgm:pt>
    <dgm:pt modelId="{F7571A74-585A-4B22-BBBE-37BC3C5D54C9}" type="pres">
      <dgm:prSet presAssocID="{F54D3EB1-C2FD-4BF9-A391-D7E420335C8E}" presName="compNode" presStyleCnt="0"/>
      <dgm:spPr/>
    </dgm:pt>
    <dgm:pt modelId="{5C9FE4A7-3E6E-4F41-897A-CF26F7FED429}" type="pres">
      <dgm:prSet presAssocID="{F54D3EB1-C2FD-4BF9-A391-D7E420335C8E}" presName="iconBgRect" presStyleLbl="bgShp" presStyleIdx="1" presStyleCnt="3" custScaleX="72907" custScaleY="71763"/>
      <dgm:spPr>
        <a:prstGeom prst="round2DiagRect">
          <a:avLst>
            <a:gd name="adj1" fmla="val 29727"/>
            <a:gd name="adj2" fmla="val 0"/>
          </a:avLst>
        </a:prstGeom>
      </dgm:spPr>
    </dgm:pt>
    <dgm:pt modelId="{CCC980E8-CD8A-4411-A7DB-EE47069E4FB9}" type="pres">
      <dgm:prSet presAssocID="{F54D3EB1-C2FD-4BF9-A391-D7E420335C8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uscle Arm"/>
        </a:ext>
      </dgm:extLst>
    </dgm:pt>
    <dgm:pt modelId="{A641C593-AF66-44A3-A23E-E50ADF54D923}" type="pres">
      <dgm:prSet presAssocID="{F54D3EB1-C2FD-4BF9-A391-D7E420335C8E}" presName="spaceRect" presStyleCnt="0"/>
      <dgm:spPr/>
    </dgm:pt>
    <dgm:pt modelId="{0CC0BDBB-C39B-4A3C-901C-21DD097C43A3}" type="pres">
      <dgm:prSet presAssocID="{F54D3EB1-C2FD-4BF9-A391-D7E420335C8E}" presName="textRect" presStyleLbl="revTx" presStyleIdx="1" presStyleCnt="3" custLinFactNeighborX="-2631" custLinFactNeighborY="-29853">
        <dgm:presLayoutVars>
          <dgm:chMax val="1"/>
          <dgm:chPref val="1"/>
        </dgm:presLayoutVars>
      </dgm:prSet>
      <dgm:spPr/>
    </dgm:pt>
    <dgm:pt modelId="{06D5DB4F-A27B-4588-8084-1382CA97C4B2}" type="pres">
      <dgm:prSet presAssocID="{3282D317-5A32-498C-AC63-1A265B6B0EDD}" presName="sibTrans" presStyleCnt="0"/>
      <dgm:spPr/>
    </dgm:pt>
    <dgm:pt modelId="{53E1F0B1-F31B-40CA-89E1-514AC3C20824}" type="pres">
      <dgm:prSet presAssocID="{D46FB04C-6A07-4791-B50A-285979DEE21A}" presName="compNode" presStyleCnt="0"/>
      <dgm:spPr/>
    </dgm:pt>
    <dgm:pt modelId="{C7054B9E-28C2-414A-8000-2E0B37402DC7}" type="pres">
      <dgm:prSet presAssocID="{D46FB04C-6A07-4791-B50A-285979DEE21A}" presName="iconBgRect" presStyleLbl="bgShp" presStyleIdx="2" presStyleCnt="3" custScaleX="76047" custScaleY="72287"/>
      <dgm:spPr>
        <a:prstGeom prst="round2DiagRect">
          <a:avLst>
            <a:gd name="adj1" fmla="val 29727"/>
            <a:gd name="adj2" fmla="val 0"/>
          </a:avLst>
        </a:prstGeom>
      </dgm:spPr>
    </dgm:pt>
    <dgm:pt modelId="{F5982266-DE71-49DC-9CCC-8EFAE338CE56}" type="pres">
      <dgm:prSet presAssocID="{D46FB04C-6A07-4791-B50A-285979DEE2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C153EA2D-7646-4CF9-94A7-2D89BA1E1C13}" type="pres">
      <dgm:prSet presAssocID="{D46FB04C-6A07-4791-B50A-285979DEE21A}" presName="spaceRect" presStyleCnt="0"/>
      <dgm:spPr/>
    </dgm:pt>
    <dgm:pt modelId="{5305A5F4-94E4-45D8-9192-00BE265AD625}" type="pres">
      <dgm:prSet presAssocID="{D46FB04C-6A07-4791-B50A-285979DEE21A}" presName="textRect" presStyleLbl="revTx" presStyleIdx="2" presStyleCnt="3" custLinFactNeighborX="-1177" custLinFactNeighborY="-30077">
        <dgm:presLayoutVars>
          <dgm:chMax val="1"/>
          <dgm:chPref val="1"/>
        </dgm:presLayoutVars>
      </dgm:prSet>
      <dgm:spPr/>
    </dgm:pt>
  </dgm:ptLst>
  <dgm:cxnLst>
    <dgm:cxn modelId="{55BDD902-63EF-F14D-8FFF-D8B4CC7D4DC8}" type="presOf" srcId="{F54D3EB1-C2FD-4BF9-A391-D7E420335C8E}" destId="{0CC0BDBB-C39B-4A3C-901C-21DD097C43A3}" srcOrd="0" destOrd="0" presId="urn:microsoft.com/office/officeart/2018/5/layout/IconLeafLabelList"/>
    <dgm:cxn modelId="{22A4AD42-CC8F-4DAA-A2F8-2DFB44F1D68A}" srcId="{1AC36CEB-5C20-4024-B20D-3997841CFF41}" destId="{F54D3EB1-C2FD-4BF9-A391-D7E420335C8E}" srcOrd="1" destOrd="0" parTransId="{19BC7500-AA7E-426B-90E7-0A8F67103B84}" sibTransId="{3282D317-5A32-498C-AC63-1A265B6B0EDD}"/>
    <dgm:cxn modelId="{D82F8574-B217-D24A-8D44-D8F760DE231E}" type="presOf" srcId="{1AC36CEB-5C20-4024-B20D-3997841CFF41}" destId="{7E4D1979-E2CF-4385-9EAE-DC82D3F848C0}" srcOrd="0" destOrd="0" presId="urn:microsoft.com/office/officeart/2018/5/layout/IconLeafLabelList"/>
    <dgm:cxn modelId="{A6CF1878-FE7F-E047-8716-ECAAF3B3150B}" type="presOf" srcId="{D46FB04C-6A07-4791-B50A-285979DEE21A}" destId="{5305A5F4-94E4-45D8-9192-00BE265AD625}" srcOrd="0" destOrd="0" presId="urn:microsoft.com/office/officeart/2018/5/layout/IconLeafLabelList"/>
    <dgm:cxn modelId="{2FF802B4-D604-43AE-8030-5BC19F802C67}" srcId="{1AC36CEB-5C20-4024-B20D-3997841CFF41}" destId="{3E249D4B-965A-48EC-90EA-C81AFD6AE81B}" srcOrd="0" destOrd="0" parTransId="{78D38744-05BA-4E1E-8902-3CEFCEE4B4CD}" sibTransId="{6D2838DA-C28F-42CF-8611-4614E22C4906}"/>
    <dgm:cxn modelId="{6AD639D6-B33D-FE4E-8220-FE057235B3B6}" type="presOf" srcId="{3E249D4B-965A-48EC-90EA-C81AFD6AE81B}" destId="{C1CF8847-D5BB-4FB9-8167-28C64E9AD401}" srcOrd="0" destOrd="0" presId="urn:microsoft.com/office/officeart/2018/5/layout/IconLeafLabelList"/>
    <dgm:cxn modelId="{F21560E4-4B36-4585-B2A2-9A6DAECF8A78}" srcId="{1AC36CEB-5C20-4024-B20D-3997841CFF41}" destId="{D46FB04C-6A07-4791-B50A-285979DEE21A}" srcOrd="2" destOrd="0" parTransId="{84A4A605-A1E4-49D5-ACFA-B10F667F1417}" sibTransId="{B35FEE4D-795F-4307-A86B-0297A24128B5}"/>
    <dgm:cxn modelId="{4803324A-D210-A24F-845D-146A1CA7FA86}" type="presParOf" srcId="{7E4D1979-E2CF-4385-9EAE-DC82D3F848C0}" destId="{D24F7F72-6E25-4CB4-AFE4-CF98EBCFC8E3}" srcOrd="0" destOrd="0" presId="urn:microsoft.com/office/officeart/2018/5/layout/IconLeafLabelList"/>
    <dgm:cxn modelId="{79C3EA05-48B7-BA47-98BC-3ECDA52E4316}" type="presParOf" srcId="{D24F7F72-6E25-4CB4-AFE4-CF98EBCFC8E3}" destId="{54950E59-1C6B-4E7B-96F4-4E2EE085D1DC}" srcOrd="0" destOrd="0" presId="urn:microsoft.com/office/officeart/2018/5/layout/IconLeafLabelList"/>
    <dgm:cxn modelId="{D388AE98-5239-7D48-BAD1-85C0E94E8C3F}" type="presParOf" srcId="{D24F7F72-6E25-4CB4-AFE4-CF98EBCFC8E3}" destId="{92BDC1AF-0C7B-4042-9190-0AA334D6EB5C}" srcOrd="1" destOrd="0" presId="urn:microsoft.com/office/officeart/2018/5/layout/IconLeafLabelList"/>
    <dgm:cxn modelId="{BE13ED22-8668-8E42-8A00-DDB752DE04B6}" type="presParOf" srcId="{D24F7F72-6E25-4CB4-AFE4-CF98EBCFC8E3}" destId="{C1F070CF-37DD-4E9D-ADB9-3F284C1BFFDC}" srcOrd="2" destOrd="0" presId="urn:microsoft.com/office/officeart/2018/5/layout/IconLeafLabelList"/>
    <dgm:cxn modelId="{5859196F-8330-1B41-9BD2-70235D7FFFB2}" type="presParOf" srcId="{D24F7F72-6E25-4CB4-AFE4-CF98EBCFC8E3}" destId="{C1CF8847-D5BB-4FB9-8167-28C64E9AD401}" srcOrd="3" destOrd="0" presId="urn:microsoft.com/office/officeart/2018/5/layout/IconLeafLabelList"/>
    <dgm:cxn modelId="{36207A69-FC1D-5C43-BE85-5F3D4DE5A7D9}" type="presParOf" srcId="{7E4D1979-E2CF-4385-9EAE-DC82D3F848C0}" destId="{D0023CEF-8B9C-41CA-ABEE-405CAF38C4C4}" srcOrd="1" destOrd="0" presId="urn:microsoft.com/office/officeart/2018/5/layout/IconLeafLabelList"/>
    <dgm:cxn modelId="{407DD3BC-B1E5-7844-8254-429065DB70C2}" type="presParOf" srcId="{7E4D1979-E2CF-4385-9EAE-DC82D3F848C0}" destId="{F7571A74-585A-4B22-BBBE-37BC3C5D54C9}" srcOrd="2" destOrd="0" presId="urn:microsoft.com/office/officeart/2018/5/layout/IconLeafLabelList"/>
    <dgm:cxn modelId="{EAAB6C63-4394-E047-A8B8-6B1A0ACE796D}" type="presParOf" srcId="{F7571A74-585A-4B22-BBBE-37BC3C5D54C9}" destId="{5C9FE4A7-3E6E-4F41-897A-CF26F7FED429}" srcOrd="0" destOrd="0" presId="urn:microsoft.com/office/officeart/2018/5/layout/IconLeafLabelList"/>
    <dgm:cxn modelId="{2E127667-DB9D-8B4B-9D5D-BFFDC55E281C}" type="presParOf" srcId="{F7571A74-585A-4B22-BBBE-37BC3C5D54C9}" destId="{CCC980E8-CD8A-4411-A7DB-EE47069E4FB9}" srcOrd="1" destOrd="0" presId="urn:microsoft.com/office/officeart/2018/5/layout/IconLeafLabelList"/>
    <dgm:cxn modelId="{9D205266-3810-884F-9125-B06C6D4197EA}" type="presParOf" srcId="{F7571A74-585A-4B22-BBBE-37BC3C5D54C9}" destId="{A641C593-AF66-44A3-A23E-E50ADF54D923}" srcOrd="2" destOrd="0" presId="urn:microsoft.com/office/officeart/2018/5/layout/IconLeafLabelList"/>
    <dgm:cxn modelId="{FD2B1CCA-5412-CF42-ACB3-0DB65AD49AB3}" type="presParOf" srcId="{F7571A74-585A-4B22-BBBE-37BC3C5D54C9}" destId="{0CC0BDBB-C39B-4A3C-901C-21DD097C43A3}" srcOrd="3" destOrd="0" presId="urn:microsoft.com/office/officeart/2018/5/layout/IconLeafLabelList"/>
    <dgm:cxn modelId="{233EC669-8F84-A146-A63B-8E66739C0EE2}" type="presParOf" srcId="{7E4D1979-E2CF-4385-9EAE-DC82D3F848C0}" destId="{06D5DB4F-A27B-4588-8084-1382CA97C4B2}" srcOrd="3" destOrd="0" presId="urn:microsoft.com/office/officeart/2018/5/layout/IconLeafLabelList"/>
    <dgm:cxn modelId="{35EDEFAD-B220-F940-9223-FEB5F19A1AE5}" type="presParOf" srcId="{7E4D1979-E2CF-4385-9EAE-DC82D3F848C0}" destId="{53E1F0B1-F31B-40CA-89E1-514AC3C20824}" srcOrd="4" destOrd="0" presId="urn:microsoft.com/office/officeart/2018/5/layout/IconLeafLabelList"/>
    <dgm:cxn modelId="{24835C69-9C70-9B4E-B5CB-4B999CFEB934}" type="presParOf" srcId="{53E1F0B1-F31B-40CA-89E1-514AC3C20824}" destId="{C7054B9E-28C2-414A-8000-2E0B37402DC7}" srcOrd="0" destOrd="0" presId="urn:microsoft.com/office/officeart/2018/5/layout/IconLeafLabelList"/>
    <dgm:cxn modelId="{6E91E3B3-28A7-AF4C-A1DB-8C78568A76C8}" type="presParOf" srcId="{53E1F0B1-F31B-40CA-89E1-514AC3C20824}" destId="{F5982266-DE71-49DC-9CCC-8EFAE338CE56}" srcOrd="1" destOrd="0" presId="urn:microsoft.com/office/officeart/2018/5/layout/IconLeafLabelList"/>
    <dgm:cxn modelId="{E19C743E-1EB7-9A44-844E-824D3C890458}" type="presParOf" srcId="{53E1F0B1-F31B-40CA-89E1-514AC3C20824}" destId="{C153EA2D-7646-4CF9-94A7-2D89BA1E1C13}" srcOrd="2" destOrd="0" presId="urn:microsoft.com/office/officeart/2018/5/layout/IconLeafLabelList"/>
    <dgm:cxn modelId="{7C7252BB-980B-9749-BF2E-82CF56CA13FC}" type="presParOf" srcId="{53E1F0B1-F31B-40CA-89E1-514AC3C20824}" destId="{5305A5F4-94E4-45D8-9192-00BE265AD62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C88223-D821-4842-8558-F551B1A2103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DEDFCE1-932B-4D60-A468-FBF523158065}">
      <dgm:prSet/>
      <dgm:spPr/>
      <dgm:t>
        <a:bodyPr/>
        <a:lstStyle/>
        <a:p>
          <a:r>
            <a:rPr lang="en-IN"/>
            <a:t>The fread() method outperformed read.csv() in terms of data-loading speed and overall runtime efficiency.</a:t>
          </a:r>
          <a:endParaRPr lang="en-US"/>
        </a:p>
      </dgm:t>
    </dgm:pt>
    <dgm:pt modelId="{60C68276-F3FC-4D5D-B432-B01B67A3A531}" type="parTrans" cxnId="{AF89400B-12A2-4FE4-831F-88C2C70AB3A1}">
      <dgm:prSet/>
      <dgm:spPr/>
      <dgm:t>
        <a:bodyPr/>
        <a:lstStyle/>
        <a:p>
          <a:endParaRPr lang="en-US"/>
        </a:p>
      </dgm:t>
    </dgm:pt>
    <dgm:pt modelId="{C8AC4456-FFF7-4294-B7C8-536066F936BD}" type="sibTrans" cxnId="{AF89400B-12A2-4FE4-831F-88C2C70AB3A1}">
      <dgm:prSet/>
      <dgm:spPr/>
      <dgm:t>
        <a:bodyPr/>
        <a:lstStyle/>
        <a:p>
          <a:endParaRPr lang="en-US"/>
        </a:p>
      </dgm:t>
    </dgm:pt>
    <dgm:pt modelId="{EFC23C35-51B3-4075-B359-12811C4E1580}">
      <dgm:prSet/>
      <dgm:spPr/>
      <dgm:t>
        <a:bodyPr/>
        <a:lstStyle/>
        <a:p>
          <a:r>
            <a:rPr lang="en-IN"/>
            <a:t>When combined with profiling techniques, fread() proved to be more suitable for large public health datasets and high-performance computing workflows.</a:t>
          </a:r>
          <a:endParaRPr lang="en-US"/>
        </a:p>
      </dgm:t>
    </dgm:pt>
    <dgm:pt modelId="{06AFE98B-91A2-4F5A-948F-74D7E23BEF56}" type="parTrans" cxnId="{3EA1CD9E-D399-4699-A1BC-40A3FA2ED2CA}">
      <dgm:prSet/>
      <dgm:spPr/>
      <dgm:t>
        <a:bodyPr/>
        <a:lstStyle/>
        <a:p>
          <a:endParaRPr lang="en-US"/>
        </a:p>
      </dgm:t>
    </dgm:pt>
    <dgm:pt modelId="{BD938414-8C8C-4B43-88F8-87744C0FEC9B}" type="sibTrans" cxnId="{3EA1CD9E-D399-4699-A1BC-40A3FA2ED2CA}">
      <dgm:prSet/>
      <dgm:spPr/>
      <dgm:t>
        <a:bodyPr/>
        <a:lstStyle/>
        <a:p>
          <a:endParaRPr lang="en-US"/>
        </a:p>
      </dgm:t>
    </dgm:pt>
    <dgm:pt modelId="{F99CD3F5-A5FA-CD4C-AEE7-7D3798DDA852}" type="pres">
      <dgm:prSet presAssocID="{55C88223-D821-4842-8558-F551B1A21034}" presName="hierChild1" presStyleCnt="0">
        <dgm:presLayoutVars>
          <dgm:chPref val="1"/>
          <dgm:dir/>
          <dgm:animOne val="branch"/>
          <dgm:animLvl val="lvl"/>
          <dgm:resizeHandles/>
        </dgm:presLayoutVars>
      </dgm:prSet>
      <dgm:spPr/>
    </dgm:pt>
    <dgm:pt modelId="{465024F5-B1A4-6B46-9B6E-29F62F1D8BF0}" type="pres">
      <dgm:prSet presAssocID="{8DEDFCE1-932B-4D60-A468-FBF523158065}" presName="hierRoot1" presStyleCnt="0"/>
      <dgm:spPr/>
    </dgm:pt>
    <dgm:pt modelId="{63E3B932-17B2-6A4F-AAA3-CD5CD801171E}" type="pres">
      <dgm:prSet presAssocID="{8DEDFCE1-932B-4D60-A468-FBF523158065}" presName="composite" presStyleCnt="0"/>
      <dgm:spPr/>
    </dgm:pt>
    <dgm:pt modelId="{021A291D-B8A0-5843-B953-AEA052552DEF}" type="pres">
      <dgm:prSet presAssocID="{8DEDFCE1-932B-4D60-A468-FBF523158065}" presName="background" presStyleLbl="node0" presStyleIdx="0" presStyleCnt="2"/>
      <dgm:spPr/>
    </dgm:pt>
    <dgm:pt modelId="{A44278E1-4BDF-764A-9F6B-60CAB3EBCC25}" type="pres">
      <dgm:prSet presAssocID="{8DEDFCE1-932B-4D60-A468-FBF523158065}" presName="text" presStyleLbl="fgAcc0" presStyleIdx="0" presStyleCnt="2">
        <dgm:presLayoutVars>
          <dgm:chPref val="3"/>
        </dgm:presLayoutVars>
      </dgm:prSet>
      <dgm:spPr/>
    </dgm:pt>
    <dgm:pt modelId="{A719C00E-C775-3944-9AA2-D7C3A83C8C7C}" type="pres">
      <dgm:prSet presAssocID="{8DEDFCE1-932B-4D60-A468-FBF523158065}" presName="hierChild2" presStyleCnt="0"/>
      <dgm:spPr/>
    </dgm:pt>
    <dgm:pt modelId="{6A2EE712-0BF7-AC46-A8FF-EA9EA7B2FF1E}" type="pres">
      <dgm:prSet presAssocID="{EFC23C35-51B3-4075-B359-12811C4E1580}" presName="hierRoot1" presStyleCnt="0"/>
      <dgm:spPr/>
    </dgm:pt>
    <dgm:pt modelId="{528622D4-6C77-804E-B784-CB4D56147962}" type="pres">
      <dgm:prSet presAssocID="{EFC23C35-51B3-4075-B359-12811C4E1580}" presName="composite" presStyleCnt="0"/>
      <dgm:spPr/>
    </dgm:pt>
    <dgm:pt modelId="{BB229410-E85C-3949-9D64-178D8EBB4F78}" type="pres">
      <dgm:prSet presAssocID="{EFC23C35-51B3-4075-B359-12811C4E1580}" presName="background" presStyleLbl="node0" presStyleIdx="1" presStyleCnt="2"/>
      <dgm:spPr/>
    </dgm:pt>
    <dgm:pt modelId="{9CDE62FD-35A7-D64A-93CE-396F21182147}" type="pres">
      <dgm:prSet presAssocID="{EFC23C35-51B3-4075-B359-12811C4E1580}" presName="text" presStyleLbl="fgAcc0" presStyleIdx="1" presStyleCnt="2">
        <dgm:presLayoutVars>
          <dgm:chPref val="3"/>
        </dgm:presLayoutVars>
      </dgm:prSet>
      <dgm:spPr/>
    </dgm:pt>
    <dgm:pt modelId="{BD710602-98C5-9245-B49C-F1A10A7757A9}" type="pres">
      <dgm:prSet presAssocID="{EFC23C35-51B3-4075-B359-12811C4E1580}" presName="hierChild2" presStyleCnt="0"/>
      <dgm:spPr/>
    </dgm:pt>
  </dgm:ptLst>
  <dgm:cxnLst>
    <dgm:cxn modelId="{AF89400B-12A2-4FE4-831F-88C2C70AB3A1}" srcId="{55C88223-D821-4842-8558-F551B1A21034}" destId="{8DEDFCE1-932B-4D60-A468-FBF523158065}" srcOrd="0" destOrd="0" parTransId="{60C68276-F3FC-4D5D-B432-B01B67A3A531}" sibTransId="{C8AC4456-FFF7-4294-B7C8-536066F936BD}"/>
    <dgm:cxn modelId="{D73AB51E-6EE4-6745-9734-FE41CA4F7A4B}" type="presOf" srcId="{EFC23C35-51B3-4075-B359-12811C4E1580}" destId="{9CDE62FD-35A7-D64A-93CE-396F21182147}" srcOrd="0" destOrd="0" presId="urn:microsoft.com/office/officeart/2005/8/layout/hierarchy1"/>
    <dgm:cxn modelId="{4167E728-F8BA-B743-8022-7F75A4717E9A}" type="presOf" srcId="{8DEDFCE1-932B-4D60-A468-FBF523158065}" destId="{A44278E1-4BDF-764A-9F6B-60CAB3EBCC25}" srcOrd="0" destOrd="0" presId="urn:microsoft.com/office/officeart/2005/8/layout/hierarchy1"/>
    <dgm:cxn modelId="{3EA1CD9E-D399-4699-A1BC-40A3FA2ED2CA}" srcId="{55C88223-D821-4842-8558-F551B1A21034}" destId="{EFC23C35-51B3-4075-B359-12811C4E1580}" srcOrd="1" destOrd="0" parTransId="{06AFE98B-91A2-4F5A-948F-74D7E23BEF56}" sibTransId="{BD938414-8C8C-4B43-88F8-87744C0FEC9B}"/>
    <dgm:cxn modelId="{FF8A59DD-E9F3-A740-89B7-8A1DB4FF6B6D}" type="presOf" srcId="{55C88223-D821-4842-8558-F551B1A21034}" destId="{F99CD3F5-A5FA-CD4C-AEE7-7D3798DDA852}" srcOrd="0" destOrd="0" presId="urn:microsoft.com/office/officeart/2005/8/layout/hierarchy1"/>
    <dgm:cxn modelId="{8258F588-66C2-1C4D-A2C1-5C55DD711E15}" type="presParOf" srcId="{F99CD3F5-A5FA-CD4C-AEE7-7D3798DDA852}" destId="{465024F5-B1A4-6B46-9B6E-29F62F1D8BF0}" srcOrd="0" destOrd="0" presId="urn:microsoft.com/office/officeart/2005/8/layout/hierarchy1"/>
    <dgm:cxn modelId="{076DF5B1-AC93-4048-9BBE-DDFEA13EC867}" type="presParOf" srcId="{465024F5-B1A4-6B46-9B6E-29F62F1D8BF0}" destId="{63E3B932-17B2-6A4F-AAA3-CD5CD801171E}" srcOrd="0" destOrd="0" presId="urn:microsoft.com/office/officeart/2005/8/layout/hierarchy1"/>
    <dgm:cxn modelId="{25CA6836-3462-2A4D-95DF-486C219A1F59}" type="presParOf" srcId="{63E3B932-17B2-6A4F-AAA3-CD5CD801171E}" destId="{021A291D-B8A0-5843-B953-AEA052552DEF}" srcOrd="0" destOrd="0" presId="urn:microsoft.com/office/officeart/2005/8/layout/hierarchy1"/>
    <dgm:cxn modelId="{9E90FD04-2502-CF43-8560-1FD1C915990C}" type="presParOf" srcId="{63E3B932-17B2-6A4F-AAA3-CD5CD801171E}" destId="{A44278E1-4BDF-764A-9F6B-60CAB3EBCC25}" srcOrd="1" destOrd="0" presId="urn:microsoft.com/office/officeart/2005/8/layout/hierarchy1"/>
    <dgm:cxn modelId="{EE9B134A-9330-A640-91EE-34D2DE362DC1}" type="presParOf" srcId="{465024F5-B1A4-6B46-9B6E-29F62F1D8BF0}" destId="{A719C00E-C775-3944-9AA2-D7C3A83C8C7C}" srcOrd="1" destOrd="0" presId="urn:microsoft.com/office/officeart/2005/8/layout/hierarchy1"/>
    <dgm:cxn modelId="{EAC96246-722C-7245-AD7B-92A965885242}" type="presParOf" srcId="{F99CD3F5-A5FA-CD4C-AEE7-7D3798DDA852}" destId="{6A2EE712-0BF7-AC46-A8FF-EA9EA7B2FF1E}" srcOrd="1" destOrd="0" presId="urn:microsoft.com/office/officeart/2005/8/layout/hierarchy1"/>
    <dgm:cxn modelId="{B5545F70-9951-2F41-B396-4EF715705BD5}" type="presParOf" srcId="{6A2EE712-0BF7-AC46-A8FF-EA9EA7B2FF1E}" destId="{528622D4-6C77-804E-B784-CB4D56147962}" srcOrd="0" destOrd="0" presId="urn:microsoft.com/office/officeart/2005/8/layout/hierarchy1"/>
    <dgm:cxn modelId="{091C6FC3-10E7-BB4A-90C7-BEED50E6AB18}" type="presParOf" srcId="{528622D4-6C77-804E-B784-CB4D56147962}" destId="{BB229410-E85C-3949-9D64-178D8EBB4F78}" srcOrd="0" destOrd="0" presId="urn:microsoft.com/office/officeart/2005/8/layout/hierarchy1"/>
    <dgm:cxn modelId="{D71CAF18-AA47-7144-A022-A67FDE9DB97E}" type="presParOf" srcId="{528622D4-6C77-804E-B784-CB4D56147962}" destId="{9CDE62FD-35A7-D64A-93CE-396F21182147}" srcOrd="1" destOrd="0" presId="urn:microsoft.com/office/officeart/2005/8/layout/hierarchy1"/>
    <dgm:cxn modelId="{80CA8670-1466-5B40-BA3F-60CBBD903FA1}" type="presParOf" srcId="{6A2EE712-0BF7-AC46-A8FF-EA9EA7B2FF1E}" destId="{BD710602-98C5-9245-B49C-F1A10A7757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5819C-3A3A-3C4D-94D8-BD0A80CEDD64}">
      <dsp:nvSpPr>
        <dsp:cNvPr id="0" name=""/>
        <dsp:cNvSpPr/>
      </dsp:nvSpPr>
      <dsp:spPr>
        <a:xfrm>
          <a:off x="0" y="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BF7A36-B6A3-664A-B341-9B4DDF5C404D}">
      <dsp:nvSpPr>
        <dsp:cNvPr id="0" name=""/>
        <dsp:cNvSpPr/>
      </dsp:nvSpPr>
      <dsp:spPr>
        <a:xfrm>
          <a:off x="0" y="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Project Definition</a:t>
          </a:r>
          <a:endParaRPr lang="en-US" sz="3400" b="0" kern="1200" dirty="0">
            <a:latin typeface="Times New Roman" panose="02020603050405020304" pitchFamily="18" charset="0"/>
            <a:cs typeface="Times New Roman" panose="02020603050405020304" pitchFamily="18" charset="0"/>
          </a:endParaRPr>
        </a:p>
      </dsp:txBody>
      <dsp:txXfrm>
        <a:off x="0" y="0"/>
        <a:ext cx="6291714" cy="696383"/>
      </dsp:txXfrm>
    </dsp:sp>
    <dsp:sp modelId="{A3F013A7-5A31-8943-B13F-71594EC22E35}">
      <dsp:nvSpPr>
        <dsp:cNvPr id="0" name=""/>
        <dsp:cNvSpPr/>
      </dsp:nvSpPr>
      <dsp:spPr>
        <a:xfrm>
          <a:off x="0" y="696383"/>
          <a:ext cx="6291714" cy="0"/>
        </a:xfrm>
        <a:prstGeom prst="line">
          <a:avLst/>
        </a:prstGeom>
        <a:solidFill>
          <a:schemeClr val="accent2">
            <a:hueOff val="920516"/>
            <a:satOff val="-2642"/>
            <a:lumOff val="-4230"/>
            <a:alphaOff val="0"/>
          </a:schemeClr>
        </a:solidFill>
        <a:ln w="19050" cap="flat" cmpd="sng" algn="ctr">
          <a:solidFill>
            <a:schemeClr val="accent2">
              <a:hueOff val="920516"/>
              <a:satOff val="-2642"/>
              <a:lumOff val="-42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A9623-8634-5347-A7B1-14B2BCEBE894}">
      <dsp:nvSpPr>
        <dsp:cNvPr id="0" name=""/>
        <dsp:cNvSpPr/>
      </dsp:nvSpPr>
      <dsp:spPr>
        <a:xfrm>
          <a:off x="0" y="69638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Data Definition</a:t>
          </a:r>
          <a:endParaRPr lang="en-US" sz="3400" b="0" kern="1200" dirty="0">
            <a:latin typeface="Times New Roman" panose="02020603050405020304" pitchFamily="18" charset="0"/>
            <a:cs typeface="Times New Roman" panose="02020603050405020304" pitchFamily="18" charset="0"/>
          </a:endParaRPr>
        </a:p>
      </dsp:txBody>
      <dsp:txXfrm>
        <a:off x="0" y="696383"/>
        <a:ext cx="6291714" cy="696383"/>
      </dsp:txXfrm>
    </dsp:sp>
    <dsp:sp modelId="{6CCBD26D-C81A-234C-BA09-FD436AF5AD38}">
      <dsp:nvSpPr>
        <dsp:cNvPr id="0" name=""/>
        <dsp:cNvSpPr/>
      </dsp:nvSpPr>
      <dsp:spPr>
        <a:xfrm>
          <a:off x="0" y="1392766"/>
          <a:ext cx="6291714" cy="0"/>
        </a:xfrm>
        <a:prstGeom prst="line">
          <a:avLst/>
        </a:prstGeom>
        <a:solidFill>
          <a:schemeClr val="accent2">
            <a:hueOff val="1841032"/>
            <a:satOff val="-5284"/>
            <a:lumOff val="-8460"/>
            <a:alphaOff val="0"/>
          </a:schemeClr>
        </a:solidFill>
        <a:ln w="19050" cap="flat" cmpd="sng" algn="ctr">
          <a:solidFill>
            <a:schemeClr val="accent2">
              <a:hueOff val="1841032"/>
              <a:satOff val="-5284"/>
              <a:lumOff val="-84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B32CD-BBE2-0E4D-A8E4-03579D2391B8}">
      <dsp:nvSpPr>
        <dsp:cNvPr id="0" name=""/>
        <dsp:cNvSpPr/>
      </dsp:nvSpPr>
      <dsp:spPr>
        <a:xfrm>
          <a:off x="0" y="1392766"/>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Data Sources</a:t>
          </a:r>
          <a:endParaRPr lang="en-US" sz="3400" b="0" kern="1200" dirty="0">
            <a:latin typeface="Times New Roman" panose="02020603050405020304" pitchFamily="18" charset="0"/>
            <a:cs typeface="Times New Roman" panose="02020603050405020304" pitchFamily="18" charset="0"/>
          </a:endParaRPr>
        </a:p>
      </dsp:txBody>
      <dsp:txXfrm>
        <a:off x="0" y="1392766"/>
        <a:ext cx="6291714" cy="696383"/>
      </dsp:txXfrm>
    </dsp:sp>
    <dsp:sp modelId="{C7B969A7-A3B9-1744-AB8E-6B621FDD8AA2}">
      <dsp:nvSpPr>
        <dsp:cNvPr id="0" name=""/>
        <dsp:cNvSpPr/>
      </dsp:nvSpPr>
      <dsp:spPr>
        <a:xfrm>
          <a:off x="0" y="2089150"/>
          <a:ext cx="6291714" cy="0"/>
        </a:xfrm>
        <a:prstGeom prst="line">
          <a:avLst/>
        </a:prstGeom>
        <a:solidFill>
          <a:schemeClr val="accent2">
            <a:hueOff val="2761548"/>
            <a:satOff val="-7926"/>
            <a:lumOff val="-12690"/>
            <a:alphaOff val="0"/>
          </a:schemeClr>
        </a:solidFill>
        <a:ln w="19050" cap="flat" cmpd="sng" algn="ctr">
          <a:solidFill>
            <a:schemeClr val="accent2">
              <a:hueOff val="2761548"/>
              <a:satOff val="-7926"/>
              <a:lumOff val="-126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BB9EC-5173-9942-B9ED-818E2E89724E}">
      <dsp:nvSpPr>
        <dsp:cNvPr id="0" name=""/>
        <dsp:cNvSpPr/>
      </dsp:nvSpPr>
      <dsp:spPr>
        <a:xfrm>
          <a:off x="0" y="208915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Collection</a:t>
          </a:r>
          <a:endParaRPr lang="en-US" sz="3400" b="0" kern="1200">
            <a:latin typeface="Times New Roman" panose="02020603050405020304" pitchFamily="18" charset="0"/>
            <a:cs typeface="Times New Roman" panose="02020603050405020304" pitchFamily="18" charset="0"/>
          </a:endParaRPr>
        </a:p>
      </dsp:txBody>
      <dsp:txXfrm>
        <a:off x="0" y="2089150"/>
        <a:ext cx="6291714" cy="696383"/>
      </dsp:txXfrm>
    </dsp:sp>
    <dsp:sp modelId="{0863928E-040C-594E-B18B-EC96DBF404E9}">
      <dsp:nvSpPr>
        <dsp:cNvPr id="0" name=""/>
        <dsp:cNvSpPr/>
      </dsp:nvSpPr>
      <dsp:spPr>
        <a:xfrm>
          <a:off x="0" y="2785533"/>
          <a:ext cx="6291714" cy="0"/>
        </a:xfrm>
        <a:prstGeom prst="line">
          <a:avLst/>
        </a:prstGeom>
        <a:solidFill>
          <a:schemeClr val="accent2">
            <a:hueOff val="3682064"/>
            <a:satOff val="-10567"/>
            <a:lumOff val="-16919"/>
            <a:alphaOff val="0"/>
          </a:schemeClr>
        </a:solidFill>
        <a:ln w="19050" cap="flat" cmpd="sng" algn="ctr">
          <a:solidFill>
            <a:schemeClr val="accent2">
              <a:hueOff val="3682064"/>
              <a:satOff val="-10567"/>
              <a:lumOff val="-169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9DAA17-25C6-804A-A2F7-0F975FA046EE}">
      <dsp:nvSpPr>
        <dsp:cNvPr id="0" name=""/>
        <dsp:cNvSpPr/>
      </dsp:nvSpPr>
      <dsp:spPr>
        <a:xfrm>
          <a:off x="0" y="278553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Description</a:t>
          </a:r>
          <a:endParaRPr lang="en-US" sz="3400" b="0" kern="1200">
            <a:latin typeface="Times New Roman" panose="02020603050405020304" pitchFamily="18" charset="0"/>
            <a:cs typeface="Times New Roman" panose="02020603050405020304" pitchFamily="18" charset="0"/>
          </a:endParaRPr>
        </a:p>
      </dsp:txBody>
      <dsp:txXfrm>
        <a:off x="0" y="2785533"/>
        <a:ext cx="6291714" cy="696383"/>
      </dsp:txXfrm>
    </dsp:sp>
    <dsp:sp modelId="{C0CBBD55-52C0-8F45-AE27-56792BB0EF68}">
      <dsp:nvSpPr>
        <dsp:cNvPr id="0" name=""/>
        <dsp:cNvSpPr/>
      </dsp:nvSpPr>
      <dsp:spPr>
        <a:xfrm>
          <a:off x="0" y="3481916"/>
          <a:ext cx="6291714" cy="0"/>
        </a:xfrm>
        <a:prstGeom prst="line">
          <a:avLst/>
        </a:prstGeom>
        <a:solidFill>
          <a:schemeClr val="accent2">
            <a:hueOff val="4602580"/>
            <a:satOff val="-13209"/>
            <a:lumOff val="-21149"/>
            <a:alphaOff val="0"/>
          </a:schemeClr>
        </a:solidFill>
        <a:ln w="19050" cap="flat" cmpd="sng" algn="ctr">
          <a:solidFill>
            <a:schemeClr val="accent2">
              <a:hueOff val="4602580"/>
              <a:satOff val="-13209"/>
              <a:lumOff val="-211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294F76-60EB-594F-9A2C-3C386D530CE1}">
      <dsp:nvSpPr>
        <dsp:cNvPr id="0" name=""/>
        <dsp:cNvSpPr/>
      </dsp:nvSpPr>
      <dsp:spPr>
        <a:xfrm>
          <a:off x="0" y="3481916"/>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Attributes</a:t>
          </a:r>
          <a:endParaRPr lang="en-US" sz="3400" b="0" kern="1200">
            <a:latin typeface="Times New Roman" panose="02020603050405020304" pitchFamily="18" charset="0"/>
            <a:cs typeface="Times New Roman" panose="02020603050405020304" pitchFamily="18" charset="0"/>
          </a:endParaRPr>
        </a:p>
      </dsp:txBody>
      <dsp:txXfrm>
        <a:off x="0" y="3481916"/>
        <a:ext cx="6291714" cy="696383"/>
      </dsp:txXfrm>
    </dsp:sp>
    <dsp:sp modelId="{D3931068-04D1-0A40-8540-34941A89B360}">
      <dsp:nvSpPr>
        <dsp:cNvPr id="0" name=""/>
        <dsp:cNvSpPr/>
      </dsp:nvSpPr>
      <dsp:spPr>
        <a:xfrm>
          <a:off x="0" y="4178300"/>
          <a:ext cx="6291714" cy="0"/>
        </a:xfrm>
        <a:prstGeom prst="line">
          <a:avLst/>
        </a:prstGeom>
        <a:solidFill>
          <a:schemeClr val="accent2">
            <a:hueOff val="5523096"/>
            <a:satOff val="-15851"/>
            <a:lumOff val="-25379"/>
            <a:alphaOff val="0"/>
          </a:schemeClr>
        </a:solidFill>
        <a:ln w="19050" cap="flat" cmpd="sng" algn="ctr">
          <a:solidFill>
            <a:schemeClr val="accent2">
              <a:hueOff val="5523096"/>
              <a:satOff val="-15851"/>
              <a:lumOff val="-253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17CC81-665E-1D4B-A346-487CB58CF8F5}">
      <dsp:nvSpPr>
        <dsp:cNvPr id="0" name=""/>
        <dsp:cNvSpPr/>
      </dsp:nvSpPr>
      <dsp:spPr>
        <a:xfrm>
          <a:off x="0" y="417830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N" sz="3400" b="0" kern="1200">
              <a:latin typeface="Times New Roman" panose="02020603050405020304" pitchFamily="18" charset="0"/>
              <a:cs typeface="Times New Roman" panose="02020603050405020304" pitchFamily="18" charset="0"/>
            </a:rPr>
            <a:t>Regression Profiling</a:t>
          </a:r>
        </a:p>
      </dsp:txBody>
      <dsp:txXfrm>
        <a:off x="0" y="4178300"/>
        <a:ext cx="6291714" cy="696383"/>
      </dsp:txXfrm>
    </dsp:sp>
    <dsp:sp modelId="{37FD967C-AB64-E14F-B396-3BFFBDF935CA}">
      <dsp:nvSpPr>
        <dsp:cNvPr id="0" name=""/>
        <dsp:cNvSpPr/>
      </dsp:nvSpPr>
      <dsp:spPr>
        <a:xfrm>
          <a:off x="0" y="4874683"/>
          <a:ext cx="6291714" cy="0"/>
        </a:xfrm>
        <a:prstGeom prst="line">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53DCC8-1612-BF49-AE7B-569E14595313}">
      <dsp:nvSpPr>
        <dsp:cNvPr id="0" name=""/>
        <dsp:cNvSpPr/>
      </dsp:nvSpPr>
      <dsp:spPr>
        <a:xfrm>
          <a:off x="0" y="487468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N" sz="3400" b="0" kern="1200">
              <a:latin typeface="Times New Roman" panose="02020603050405020304" pitchFamily="18" charset="0"/>
              <a:cs typeface="Times New Roman" panose="02020603050405020304" pitchFamily="18" charset="0"/>
            </a:rPr>
            <a:t>Performance Comparison</a:t>
          </a:r>
        </a:p>
      </dsp:txBody>
      <dsp:txXfrm>
        <a:off x="0" y="4874683"/>
        <a:ext cx="6291714" cy="6963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5CCA18-6B74-B84D-ADFC-D370BF7E3AB4}">
      <dsp:nvSpPr>
        <dsp:cNvPr id="0" name=""/>
        <dsp:cNvSpPr/>
      </dsp:nvSpPr>
      <dsp:spPr>
        <a:xfrm>
          <a:off x="0" y="210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61C86B-22D4-D84F-8050-4C78D9F70287}">
      <dsp:nvSpPr>
        <dsp:cNvPr id="0" name=""/>
        <dsp:cNvSpPr/>
      </dsp:nvSpPr>
      <dsp:spPr>
        <a:xfrm>
          <a:off x="0" y="2100"/>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cs typeface="Calibri" panose="020F0502020204030204" pitchFamily="34" charset="0"/>
            </a:rPr>
            <a:t>Project Objective:</a:t>
          </a:r>
          <a:endParaRPr lang="en-US" sz="2400" kern="1200" dirty="0">
            <a:latin typeface="Calibri" panose="020F0502020204030204" pitchFamily="34" charset="0"/>
            <a:cs typeface="Calibri" panose="020F0502020204030204" pitchFamily="34" charset="0"/>
          </a:endParaRPr>
        </a:p>
      </dsp:txBody>
      <dsp:txXfrm>
        <a:off x="0" y="2100"/>
        <a:ext cx="6291714" cy="1369180"/>
      </dsp:txXfrm>
    </dsp:sp>
    <dsp:sp modelId="{83D88A69-4BEB-424A-AE97-AC456EE5E185}">
      <dsp:nvSpPr>
        <dsp:cNvPr id="0" name=""/>
        <dsp:cNvSpPr/>
      </dsp:nvSpPr>
      <dsp:spPr>
        <a:xfrm>
          <a:off x="0" y="614050"/>
          <a:ext cx="629171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EF0A27-8572-594B-86C1-F001FDE0888A}">
      <dsp:nvSpPr>
        <dsp:cNvPr id="0" name=""/>
        <dsp:cNvSpPr/>
      </dsp:nvSpPr>
      <dsp:spPr>
        <a:xfrm>
          <a:off x="3331" y="699766"/>
          <a:ext cx="6285569" cy="1418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0" i="0" u="none" kern="1200" dirty="0"/>
            <a:t>This project aims to </a:t>
          </a:r>
          <a:r>
            <a:rPr lang="en-IN" sz="2400" b="0" i="0" u="none" kern="1200" dirty="0" err="1"/>
            <a:t>analyze</a:t>
          </a:r>
          <a:r>
            <a:rPr lang="en-IN" sz="2400" b="0" i="0" u="none" kern="1200" dirty="0"/>
            <a:t> county-level lung cancer mortality and incidence in the United States. Linear regression is used to identify key predictors associated with mortality outcomes, and performance profiling is applied to evaluate computational efficiency in regression </a:t>
          </a:r>
          <a:r>
            <a:rPr lang="en-IN" sz="2400" b="0" i="0" u="none" kern="1200" dirty="0" err="1"/>
            <a:t>modeling</a:t>
          </a:r>
          <a:r>
            <a:rPr lang="en-IN" sz="2400" b="0" i="0" u="none" kern="1200" dirty="0"/>
            <a:t>.</a:t>
          </a:r>
          <a:endParaRPr lang="en-US" sz="2400" kern="1200" dirty="0">
            <a:latin typeface="Calibri" panose="020F0502020204030204" pitchFamily="34" charset="0"/>
            <a:cs typeface="Calibri" panose="020F0502020204030204" pitchFamily="34" charset="0"/>
          </a:endParaRPr>
        </a:p>
      </dsp:txBody>
      <dsp:txXfrm>
        <a:off x="3331" y="699766"/>
        <a:ext cx="6285569" cy="1418991"/>
      </dsp:txXfrm>
    </dsp:sp>
    <dsp:sp modelId="{2C56CBA3-D8CC-B844-BFA5-A9CC48587C8A}">
      <dsp:nvSpPr>
        <dsp:cNvPr id="0" name=""/>
        <dsp:cNvSpPr/>
      </dsp:nvSpPr>
      <dsp:spPr>
        <a:xfrm>
          <a:off x="0" y="3324157"/>
          <a:ext cx="6291714"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03AE25-1AB2-6E40-B760-7B24DB0AF2BD}">
      <dsp:nvSpPr>
        <dsp:cNvPr id="0" name=""/>
        <dsp:cNvSpPr/>
      </dsp:nvSpPr>
      <dsp:spPr>
        <a:xfrm>
          <a:off x="0" y="3494620"/>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cs typeface="Calibri" panose="020F0502020204030204" pitchFamily="34" charset="0"/>
            </a:rPr>
            <a:t>Problem Statement:</a:t>
          </a:r>
          <a:endParaRPr lang="en-US" sz="2400" kern="1200" dirty="0">
            <a:latin typeface="Calibri" panose="020F0502020204030204" pitchFamily="34" charset="0"/>
            <a:cs typeface="Calibri" panose="020F0502020204030204" pitchFamily="34" charset="0"/>
          </a:endParaRPr>
        </a:p>
      </dsp:txBody>
      <dsp:txXfrm>
        <a:off x="0" y="3494620"/>
        <a:ext cx="6291714" cy="1369180"/>
      </dsp:txXfrm>
    </dsp:sp>
    <dsp:sp modelId="{7D4811BE-A0D3-194A-AED4-EEC5D43EED2B}">
      <dsp:nvSpPr>
        <dsp:cNvPr id="0" name=""/>
        <dsp:cNvSpPr/>
      </dsp:nvSpPr>
      <dsp:spPr>
        <a:xfrm>
          <a:off x="0" y="407256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F77C06-F3E7-3D47-9846-F275F3DD4B59}">
      <dsp:nvSpPr>
        <dsp:cNvPr id="0" name=""/>
        <dsp:cNvSpPr/>
      </dsp:nvSpPr>
      <dsp:spPr>
        <a:xfrm>
          <a:off x="0" y="4160768"/>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0" i="0" u="none" kern="1200" dirty="0"/>
            <a:t>Lung cancer continues to be a major public health concern in the United States, with substantial variation in outcomes across counties and populations.</a:t>
          </a:r>
          <a:endParaRPr lang="en-US" sz="2400" kern="1200" dirty="0">
            <a:latin typeface="Calibri" panose="020F0502020204030204" pitchFamily="34" charset="0"/>
            <a:cs typeface="Calibri" panose="020F0502020204030204" pitchFamily="34" charset="0"/>
          </a:endParaRPr>
        </a:p>
      </dsp:txBody>
      <dsp:txXfrm>
        <a:off x="0" y="4160768"/>
        <a:ext cx="6291714" cy="1369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EC573-866C-4BDD-B039-10A566EF23CC}">
      <dsp:nvSpPr>
        <dsp:cNvPr id="0" name=""/>
        <dsp:cNvSpPr/>
      </dsp:nvSpPr>
      <dsp:spPr>
        <a:xfrm>
          <a:off x="0" y="671"/>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A1381B-6D62-4C77-8A23-E0667997C0BE}">
      <dsp:nvSpPr>
        <dsp:cNvPr id="0" name=""/>
        <dsp:cNvSpPr/>
      </dsp:nvSpPr>
      <dsp:spPr>
        <a:xfrm>
          <a:off x="475513" y="354359"/>
          <a:ext cx="864569" cy="864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2995A-AD2A-42F4-A33D-EFC4451F845A}">
      <dsp:nvSpPr>
        <dsp:cNvPr id="0" name=""/>
        <dsp:cNvSpPr/>
      </dsp:nvSpPr>
      <dsp:spPr>
        <a:xfrm>
          <a:off x="1815596" y="671"/>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a:t>The dataset contains aggregated, county-level lung cancer incidence and mortality records across the United States, with each observation representing a county for a given year.</a:t>
          </a:r>
        </a:p>
      </dsp:txBody>
      <dsp:txXfrm>
        <a:off x="1815596" y="671"/>
        <a:ext cx="4045493" cy="1571944"/>
      </dsp:txXfrm>
    </dsp:sp>
    <dsp:sp modelId="{E038A883-8BA5-4EED-A4CB-FEE260476C33}">
      <dsp:nvSpPr>
        <dsp:cNvPr id="0" name=""/>
        <dsp:cNvSpPr/>
      </dsp:nvSpPr>
      <dsp:spPr>
        <a:xfrm>
          <a:off x="0" y="1965602"/>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AF4CD-48D0-47E9-B314-E941B2539ADF}">
      <dsp:nvSpPr>
        <dsp:cNvPr id="0" name=""/>
        <dsp:cNvSpPr/>
      </dsp:nvSpPr>
      <dsp:spPr>
        <a:xfrm>
          <a:off x="475513" y="2319290"/>
          <a:ext cx="864569" cy="864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602562-6B0E-4F0F-ACD3-D734E6F19E5B}">
      <dsp:nvSpPr>
        <dsp:cNvPr id="0" name=""/>
        <dsp:cNvSpPr/>
      </dsp:nvSpPr>
      <dsp:spPr>
        <a:xfrm>
          <a:off x="1815596" y="1965602"/>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dirty="0"/>
            <a:t>Variables include cancer outcome measures, geographic identifiers, and selected </a:t>
          </a:r>
          <a:r>
            <a:rPr lang="en-IN" sz="1500" kern="1200" dirty="0" err="1"/>
            <a:t>behavioral</a:t>
          </a:r>
          <a:r>
            <a:rPr lang="en-IN" sz="1500" kern="1200" dirty="0"/>
            <a:t> risk indicators such as smoking prevalence.</a:t>
          </a:r>
        </a:p>
      </dsp:txBody>
      <dsp:txXfrm>
        <a:off x="1815596" y="1965602"/>
        <a:ext cx="4045493" cy="1571944"/>
      </dsp:txXfrm>
    </dsp:sp>
    <dsp:sp modelId="{CB40DD24-4FED-4BC0-ADE7-6ADA92E83CCE}">
      <dsp:nvSpPr>
        <dsp:cNvPr id="0" name=""/>
        <dsp:cNvSpPr/>
      </dsp:nvSpPr>
      <dsp:spPr>
        <a:xfrm>
          <a:off x="0" y="3930533"/>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7BFE8A-7E46-427D-A9E7-0E81A1AB705A}">
      <dsp:nvSpPr>
        <dsp:cNvPr id="0" name=""/>
        <dsp:cNvSpPr/>
      </dsp:nvSpPr>
      <dsp:spPr>
        <a:xfrm>
          <a:off x="475513" y="4284221"/>
          <a:ext cx="864569" cy="864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8CA1CC-0B4D-4A85-B0D8-5163D3F4A85F}">
      <dsp:nvSpPr>
        <dsp:cNvPr id="0" name=""/>
        <dsp:cNvSpPr/>
      </dsp:nvSpPr>
      <dsp:spPr>
        <a:xfrm>
          <a:off x="1815596" y="3930533"/>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a:t>All data were obtained from publicly available government sources and provided in CSV (.csv) format for statistical and regression analysis.</a:t>
          </a:r>
        </a:p>
      </dsp:txBody>
      <dsp:txXfrm>
        <a:off x="1815596" y="3930533"/>
        <a:ext cx="4045493" cy="1571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51561-5E37-4FC2-A610-EA6E1259A51D}">
      <dsp:nvSpPr>
        <dsp:cNvPr id="0" name=""/>
        <dsp:cNvSpPr/>
      </dsp:nvSpPr>
      <dsp:spPr>
        <a:xfrm>
          <a:off x="0" y="2556"/>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3621FA-A29A-479C-BFBA-AC2FA9BC0863}">
      <dsp:nvSpPr>
        <dsp:cNvPr id="0" name=""/>
        <dsp:cNvSpPr/>
      </dsp:nvSpPr>
      <dsp:spPr>
        <a:xfrm>
          <a:off x="391974" y="294107"/>
          <a:ext cx="712680" cy="7126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1518A6-744F-45D1-AFBD-C70CFB24D40E}">
      <dsp:nvSpPr>
        <dsp:cNvPr id="0" name=""/>
        <dsp:cNvSpPr/>
      </dsp:nvSpPr>
      <dsp:spPr>
        <a:xfrm>
          <a:off x="1496629" y="2556"/>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Data were collected from official U.S. cancer surveillance systems.</a:t>
          </a:r>
          <a:endParaRPr lang="en-US" sz="2200" kern="1200"/>
        </a:p>
      </dsp:txBody>
      <dsp:txXfrm>
        <a:off x="1496629" y="2556"/>
        <a:ext cx="4748635" cy="1295783"/>
      </dsp:txXfrm>
    </dsp:sp>
    <dsp:sp modelId="{0F6633A4-B82D-4823-B13D-EBB070A6720F}">
      <dsp:nvSpPr>
        <dsp:cNvPr id="0" name=""/>
        <dsp:cNvSpPr/>
      </dsp:nvSpPr>
      <dsp:spPr>
        <a:xfrm>
          <a:off x="0" y="1622285"/>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97072F-E486-4976-BE79-D63062036795}">
      <dsp:nvSpPr>
        <dsp:cNvPr id="0" name=""/>
        <dsp:cNvSpPr/>
      </dsp:nvSpPr>
      <dsp:spPr>
        <a:xfrm>
          <a:off x="391974" y="1913837"/>
          <a:ext cx="712680" cy="7126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007C67-AD82-4BC6-AADD-ADAFAE90CD23}">
      <dsp:nvSpPr>
        <dsp:cNvPr id="0" name=""/>
        <dsp:cNvSpPr/>
      </dsp:nvSpPr>
      <dsp:spPr>
        <a:xfrm>
          <a:off x="1496629" y="1622285"/>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County-level datasets were downloaded directly from public data portals.</a:t>
          </a:r>
          <a:endParaRPr lang="en-US" sz="2200" kern="1200"/>
        </a:p>
      </dsp:txBody>
      <dsp:txXfrm>
        <a:off x="1496629" y="1622285"/>
        <a:ext cx="4748635" cy="1295783"/>
      </dsp:txXfrm>
    </dsp:sp>
    <dsp:sp modelId="{FFC8C59B-97A7-4123-8AB8-8836FE22924E}">
      <dsp:nvSpPr>
        <dsp:cNvPr id="0" name=""/>
        <dsp:cNvSpPr/>
      </dsp:nvSpPr>
      <dsp:spPr>
        <a:xfrm>
          <a:off x="0" y="3242014"/>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152EA4-F5F2-4337-B6C3-D1F42579EF85}">
      <dsp:nvSpPr>
        <dsp:cNvPr id="0" name=""/>
        <dsp:cNvSpPr/>
      </dsp:nvSpPr>
      <dsp:spPr>
        <a:xfrm>
          <a:off x="391974" y="3533566"/>
          <a:ext cx="712680" cy="7126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03FD0B-396F-4E56-9650-A2EC16ED85A5}">
      <dsp:nvSpPr>
        <dsp:cNvPr id="0" name=""/>
        <dsp:cNvSpPr/>
      </dsp:nvSpPr>
      <dsp:spPr>
        <a:xfrm>
          <a:off x="1496629" y="3242014"/>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Data files were obtained in </a:t>
          </a:r>
          <a:r>
            <a:rPr lang="en-IN" sz="2200" b="1" kern="1200"/>
            <a:t>CSV format</a:t>
          </a:r>
          <a:r>
            <a:rPr lang="en-IN" sz="2200" kern="1200"/>
            <a:t> for reproducibility.</a:t>
          </a:r>
          <a:endParaRPr lang="en-US" sz="2200" kern="1200"/>
        </a:p>
      </dsp:txBody>
      <dsp:txXfrm>
        <a:off x="1496629" y="3242014"/>
        <a:ext cx="4748635" cy="1295783"/>
      </dsp:txXfrm>
    </dsp:sp>
    <dsp:sp modelId="{1E3C4598-EB0F-482C-9B24-0137979858F4}">
      <dsp:nvSpPr>
        <dsp:cNvPr id="0" name=""/>
        <dsp:cNvSpPr/>
      </dsp:nvSpPr>
      <dsp:spPr>
        <a:xfrm>
          <a:off x="0" y="4861744"/>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0C13ED-5692-4225-AA00-0E006DAE1900}">
      <dsp:nvSpPr>
        <dsp:cNvPr id="0" name=""/>
        <dsp:cNvSpPr/>
      </dsp:nvSpPr>
      <dsp:spPr>
        <a:xfrm>
          <a:off x="391974" y="5153295"/>
          <a:ext cx="712680" cy="7126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0C8418-A896-4135-9A9E-7066CBB3086E}">
      <dsp:nvSpPr>
        <dsp:cNvPr id="0" name=""/>
        <dsp:cNvSpPr/>
      </dsp:nvSpPr>
      <dsp:spPr>
        <a:xfrm>
          <a:off x="1496629" y="4861744"/>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No personal identifiers are included, ensuring ethical data use.</a:t>
          </a:r>
          <a:endParaRPr lang="en-US" sz="2200" kern="1200"/>
        </a:p>
      </dsp:txBody>
      <dsp:txXfrm>
        <a:off x="1496629" y="4861744"/>
        <a:ext cx="4748635" cy="12957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982B-DB26-D94D-A4E6-E0281C8C6D2F}">
      <dsp:nvSpPr>
        <dsp:cNvPr id="0" name=""/>
        <dsp:cNvSpPr/>
      </dsp:nvSpPr>
      <dsp:spPr>
        <a:xfrm>
          <a:off x="0" y="0"/>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74893-E42F-A04C-ACF1-E56416385D49}">
      <dsp:nvSpPr>
        <dsp:cNvPr id="0" name=""/>
        <dsp:cNvSpPr/>
      </dsp:nvSpPr>
      <dsp:spPr>
        <a:xfrm>
          <a:off x="0" y="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Unit of Observation: </a:t>
          </a:r>
          <a:r>
            <a:rPr lang="en-US" sz="2500" b="0" i="0" kern="1200" baseline="0" dirty="0"/>
            <a:t>Each row represents a </a:t>
          </a:r>
          <a:r>
            <a:rPr lang="en-US" sz="2500" b="1" i="0" kern="1200" baseline="0" dirty="0"/>
            <a:t>county–year combination</a:t>
          </a:r>
          <a:r>
            <a:rPr lang="en-US" sz="2500" b="0" i="0" kern="1200" baseline="0" dirty="0"/>
            <a:t>.</a:t>
          </a:r>
          <a:endParaRPr lang="en-US" sz="2500" kern="1200" dirty="0"/>
        </a:p>
      </dsp:txBody>
      <dsp:txXfrm>
        <a:off x="0" y="0"/>
        <a:ext cx="10515600" cy="543917"/>
      </dsp:txXfrm>
    </dsp:sp>
    <dsp:sp modelId="{806C8349-DA03-3545-97D2-F0D91CA7D095}">
      <dsp:nvSpPr>
        <dsp:cNvPr id="0" name=""/>
        <dsp:cNvSpPr/>
      </dsp:nvSpPr>
      <dsp:spPr>
        <a:xfrm>
          <a:off x="0" y="543917"/>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5F128-7756-5546-A2B0-3688301C7098}">
      <dsp:nvSpPr>
        <dsp:cNvPr id="0" name=""/>
        <dsp:cNvSpPr/>
      </dsp:nvSpPr>
      <dsp:spPr>
        <a:xfrm>
          <a:off x="0" y="543917"/>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543917"/>
        <a:ext cx="10515600" cy="543917"/>
      </dsp:txXfrm>
    </dsp:sp>
    <dsp:sp modelId="{D20BB33D-0824-0E41-993E-277EB8144258}">
      <dsp:nvSpPr>
        <dsp:cNvPr id="0" name=""/>
        <dsp:cNvSpPr/>
      </dsp:nvSpPr>
      <dsp:spPr>
        <a:xfrm>
          <a:off x="0" y="1087834"/>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57143-6241-D847-9256-4AC3303F2818}">
      <dsp:nvSpPr>
        <dsp:cNvPr id="0" name=""/>
        <dsp:cNvSpPr/>
      </dsp:nvSpPr>
      <dsp:spPr>
        <a:xfrm>
          <a:off x="0" y="1087834"/>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Geographic Coverage: </a:t>
          </a:r>
          <a:r>
            <a:rPr lang="en-US" sz="2500" b="0" i="0" kern="1200" baseline="0" dirty="0"/>
            <a:t>United States (county-level data).</a:t>
          </a:r>
          <a:endParaRPr lang="en-US" sz="2500" kern="1200" dirty="0"/>
        </a:p>
      </dsp:txBody>
      <dsp:txXfrm>
        <a:off x="0" y="1087834"/>
        <a:ext cx="10515600" cy="543917"/>
      </dsp:txXfrm>
    </dsp:sp>
    <dsp:sp modelId="{3DD2AFA0-AD2C-1B42-95F5-979A951A265A}">
      <dsp:nvSpPr>
        <dsp:cNvPr id="0" name=""/>
        <dsp:cNvSpPr/>
      </dsp:nvSpPr>
      <dsp:spPr>
        <a:xfrm>
          <a:off x="0" y="1631751"/>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E838AB-AFB0-FF48-8CED-8144F9262BC3}">
      <dsp:nvSpPr>
        <dsp:cNvPr id="0" name=""/>
        <dsp:cNvSpPr/>
      </dsp:nvSpPr>
      <dsp:spPr>
        <a:xfrm>
          <a:off x="0" y="1631751"/>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1631751"/>
        <a:ext cx="10515600" cy="543917"/>
      </dsp:txXfrm>
    </dsp:sp>
    <dsp:sp modelId="{CD9E9F56-FFA3-6942-86DC-C406A4B041DD}">
      <dsp:nvSpPr>
        <dsp:cNvPr id="0" name=""/>
        <dsp:cNvSpPr/>
      </dsp:nvSpPr>
      <dsp:spPr>
        <a:xfrm>
          <a:off x="0" y="2175669"/>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CED1EC-E2EE-2F49-950B-F1F01FD0BC4A}">
      <dsp:nvSpPr>
        <dsp:cNvPr id="0" name=""/>
        <dsp:cNvSpPr/>
      </dsp:nvSpPr>
      <dsp:spPr>
        <a:xfrm>
          <a:off x="0" y="2175669"/>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Time Coverage: </a:t>
          </a:r>
          <a:r>
            <a:rPr lang="en-US" sz="2500" b="0" i="0" kern="1200" baseline="0" dirty="0"/>
            <a:t>Multiple recent years (varies by dataset).</a:t>
          </a:r>
          <a:endParaRPr lang="en-US" sz="2500" kern="1200" dirty="0"/>
        </a:p>
      </dsp:txBody>
      <dsp:txXfrm>
        <a:off x="0" y="2175669"/>
        <a:ext cx="10515600" cy="543917"/>
      </dsp:txXfrm>
    </dsp:sp>
    <dsp:sp modelId="{13091B1E-D6A8-9846-977E-8D5CFC05A615}">
      <dsp:nvSpPr>
        <dsp:cNvPr id="0" name=""/>
        <dsp:cNvSpPr/>
      </dsp:nvSpPr>
      <dsp:spPr>
        <a:xfrm>
          <a:off x="0" y="2719586"/>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9E0D15-A519-3B45-84F0-51C406380750}">
      <dsp:nvSpPr>
        <dsp:cNvPr id="0" name=""/>
        <dsp:cNvSpPr/>
      </dsp:nvSpPr>
      <dsp:spPr>
        <a:xfrm>
          <a:off x="0" y="2719586"/>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2719586"/>
        <a:ext cx="10515600" cy="543917"/>
      </dsp:txXfrm>
    </dsp:sp>
    <dsp:sp modelId="{785DE470-0455-9343-B392-59AA8244B04B}">
      <dsp:nvSpPr>
        <dsp:cNvPr id="0" name=""/>
        <dsp:cNvSpPr/>
      </dsp:nvSpPr>
      <dsp:spPr>
        <a:xfrm>
          <a:off x="0" y="3263503"/>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A276A7-BAD8-0D40-B61C-0F0ADADA19AB}">
      <dsp:nvSpPr>
        <dsp:cNvPr id="0" name=""/>
        <dsp:cNvSpPr/>
      </dsp:nvSpPr>
      <dsp:spPr>
        <a:xfrm>
          <a:off x="0" y="3263503"/>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Population: </a:t>
          </a:r>
          <a:r>
            <a:rPr lang="en-US" sz="2500" b="0" i="0" kern="1200" baseline="0" dirty="0"/>
            <a:t>Adult population in the United States.</a:t>
          </a:r>
          <a:endParaRPr lang="en-US" sz="2500" kern="1200" dirty="0"/>
        </a:p>
      </dsp:txBody>
      <dsp:txXfrm>
        <a:off x="0" y="3263503"/>
        <a:ext cx="10515600" cy="543917"/>
      </dsp:txXfrm>
    </dsp:sp>
    <dsp:sp modelId="{FD0BF57D-5766-474E-9165-6FC2C129B5C1}">
      <dsp:nvSpPr>
        <dsp:cNvPr id="0" name=""/>
        <dsp:cNvSpPr/>
      </dsp:nvSpPr>
      <dsp:spPr>
        <a:xfrm>
          <a:off x="0" y="3807420"/>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F4D7E-C633-3A4D-9EEB-5BD30E1EA85E}">
      <dsp:nvSpPr>
        <dsp:cNvPr id="0" name=""/>
        <dsp:cNvSpPr/>
      </dsp:nvSpPr>
      <dsp:spPr>
        <a:xfrm>
          <a:off x="0" y="380742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3807420"/>
        <a:ext cx="10515600" cy="5439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FA9CF-1A0D-8D41-8DBB-1D56B4E7C49B}">
      <dsp:nvSpPr>
        <dsp:cNvPr id="0" name=""/>
        <dsp:cNvSpPr/>
      </dsp:nvSpPr>
      <dsp:spPr>
        <a:xfrm>
          <a:off x="0" y="0"/>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66B8F-7301-FA40-8ECB-DBDBCF7386C9}">
      <dsp:nvSpPr>
        <dsp:cNvPr id="0" name=""/>
        <dsp:cNvSpPr/>
      </dsp:nvSpPr>
      <dsp:spPr>
        <a:xfrm>
          <a:off x="0" y="0"/>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File format: </a:t>
          </a:r>
          <a:r>
            <a:rPr lang="en-US" sz="2400" b="1" i="0" kern="1200" baseline="0">
              <a:latin typeface="Calibri" panose="020F0502020204030204" pitchFamily="34" charset="0"/>
              <a:cs typeface="Calibri" panose="020F0502020204030204" pitchFamily="34" charset="0"/>
            </a:rPr>
            <a:t>CSV (.csv)</a:t>
          </a:r>
          <a:endParaRPr lang="en-US" sz="2400" kern="1200">
            <a:latin typeface="Calibri" panose="020F0502020204030204" pitchFamily="34" charset="0"/>
            <a:cs typeface="Calibri" panose="020F0502020204030204" pitchFamily="34" charset="0"/>
          </a:endParaRPr>
        </a:p>
      </dsp:txBody>
      <dsp:txXfrm>
        <a:off x="0" y="0"/>
        <a:ext cx="10400732" cy="533302"/>
      </dsp:txXfrm>
    </dsp:sp>
    <dsp:sp modelId="{6DB7B6CA-AAFF-6F44-AD17-1FD484EC2412}">
      <dsp:nvSpPr>
        <dsp:cNvPr id="0" name=""/>
        <dsp:cNvSpPr/>
      </dsp:nvSpPr>
      <dsp:spPr>
        <a:xfrm>
          <a:off x="0" y="533302"/>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59B70A-010A-614F-B603-22212AF3C589}">
      <dsp:nvSpPr>
        <dsp:cNvPr id="0" name=""/>
        <dsp:cNvSpPr/>
      </dsp:nvSpPr>
      <dsp:spPr>
        <a:xfrm>
          <a:off x="0" y="533302"/>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dirty="0">
              <a:latin typeface="Calibri" panose="020F0502020204030204" pitchFamily="34" charset="0"/>
              <a:cs typeface="Calibri" panose="020F0502020204030204" pitchFamily="34" charset="0"/>
            </a:rPr>
            <a:t>Rows represent county-level observations</a:t>
          </a:r>
          <a:endParaRPr lang="en-US" sz="2400" kern="1200" dirty="0">
            <a:latin typeface="Calibri" panose="020F0502020204030204" pitchFamily="34" charset="0"/>
            <a:cs typeface="Calibri" panose="020F0502020204030204" pitchFamily="34" charset="0"/>
          </a:endParaRPr>
        </a:p>
      </dsp:txBody>
      <dsp:txXfrm>
        <a:off x="0" y="533302"/>
        <a:ext cx="10400732" cy="533302"/>
      </dsp:txXfrm>
    </dsp:sp>
    <dsp:sp modelId="{73BB3308-1172-BD4C-880A-8FD0B45CE7E0}">
      <dsp:nvSpPr>
        <dsp:cNvPr id="0" name=""/>
        <dsp:cNvSpPr/>
      </dsp:nvSpPr>
      <dsp:spPr>
        <a:xfrm>
          <a:off x="0" y="1066604"/>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9ED81B-A6EA-8147-9EB9-BBD7AB9FBF61}">
      <dsp:nvSpPr>
        <dsp:cNvPr id="0" name=""/>
        <dsp:cNvSpPr/>
      </dsp:nvSpPr>
      <dsp:spPr>
        <a:xfrm>
          <a:off x="0" y="1066604"/>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Columns represent lung cancer outcomes, geographic identifiers, and risk factors</a:t>
          </a:r>
          <a:endParaRPr lang="en-US" sz="2400" kern="1200">
            <a:latin typeface="Calibri" panose="020F0502020204030204" pitchFamily="34" charset="0"/>
            <a:cs typeface="Calibri" panose="020F0502020204030204" pitchFamily="34" charset="0"/>
          </a:endParaRPr>
        </a:p>
      </dsp:txBody>
      <dsp:txXfrm>
        <a:off x="0" y="1066604"/>
        <a:ext cx="10400732" cy="533302"/>
      </dsp:txXfrm>
    </dsp:sp>
    <dsp:sp modelId="{11B27915-1BCC-AD41-ABF6-B7030C4543E6}">
      <dsp:nvSpPr>
        <dsp:cNvPr id="0" name=""/>
        <dsp:cNvSpPr/>
      </dsp:nvSpPr>
      <dsp:spPr>
        <a:xfrm>
          <a:off x="0" y="1599905"/>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37005-DC3C-E34A-BCD7-6AED54ACA1D3}">
      <dsp:nvSpPr>
        <dsp:cNvPr id="0" name=""/>
        <dsp:cNvSpPr/>
      </dsp:nvSpPr>
      <dsp:spPr>
        <a:xfrm>
          <a:off x="0" y="1599906"/>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latin typeface="Calibri" panose="020F0502020204030204" pitchFamily="34" charset="0"/>
              <a:cs typeface="Calibri" panose="020F0502020204030204" pitchFamily="34" charset="0"/>
            </a:rPr>
            <a:t>Data can be analyzed using:</a:t>
          </a:r>
          <a:endParaRPr lang="en-US" sz="2400" b="1" kern="1200" dirty="0">
            <a:latin typeface="Calibri" panose="020F0502020204030204" pitchFamily="34" charset="0"/>
            <a:cs typeface="Calibri" panose="020F0502020204030204" pitchFamily="34" charset="0"/>
          </a:endParaRPr>
        </a:p>
      </dsp:txBody>
      <dsp:txXfrm>
        <a:off x="0" y="1599906"/>
        <a:ext cx="10400732" cy="533302"/>
      </dsp:txXfrm>
    </dsp:sp>
    <dsp:sp modelId="{D0B9E4F7-E42D-054A-98DF-BC67C8891329}">
      <dsp:nvSpPr>
        <dsp:cNvPr id="0" name=""/>
        <dsp:cNvSpPr/>
      </dsp:nvSpPr>
      <dsp:spPr>
        <a:xfrm>
          <a:off x="0" y="2133208"/>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56548C-B53F-9248-9716-84DE75334F78}">
      <dsp:nvSpPr>
        <dsp:cNvPr id="0" name=""/>
        <dsp:cNvSpPr/>
      </dsp:nvSpPr>
      <dsp:spPr>
        <a:xfrm>
          <a:off x="0" y="2133208"/>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Python (Pandas)</a:t>
          </a:r>
          <a:endParaRPr lang="en-US" sz="2400" kern="1200">
            <a:latin typeface="Calibri" panose="020F0502020204030204" pitchFamily="34" charset="0"/>
            <a:cs typeface="Calibri" panose="020F0502020204030204" pitchFamily="34" charset="0"/>
          </a:endParaRPr>
        </a:p>
      </dsp:txBody>
      <dsp:txXfrm>
        <a:off x="0" y="2133208"/>
        <a:ext cx="10400732" cy="533302"/>
      </dsp:txXfrm>
    </dsp:sp>
    <dsp:sp modelId="{0E9034EA-413A-2545-8CD4-880C10378531}">
      <dsp:nvSpPr>
        <dsp:cNvPr id="0" name=""/>
        <dsp:cNvSpPr/>
      </dsp:nvSpPr>
      <dsp:spPr>
        <a:xfrm>
          <a:off x="0" y="2666510"/>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E888FC-9334-5C42-9909-EC845AF05428}">
      <dsp:nvSpPr>
        <dsp:cNvPr id="0" name=""/>
        <dsp:cNvSpPr/>
      </dsp:nvSpPr>
      <dsp:spPr>
        <a:xfrm>
          <a:off x="0" y="2666510"/>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R</a:t>
          </a:r>
          <a:endParaRPr lang="en-US" sz="2400" kern="1200">
            <a:latin typeface="Calibri" panose="020F0502020204030204" pitchFamily="34" charset="0"/>
            <a:cs typeface="Calibri" panose="020F0502020204030204" pitchFamily="34" charset="0"/>
          </a:endParaRPr>
        </a:p>
      </dsp:txBody>
      <dsp:txXfrm>
        <a:off x="0" y="2666510"/>
        <a:ext cx="10400732" cy="533302"/>
      </dsp:txXfrm>
    </dsp:sp>
    <dsp:sp modelId="{9F0EBD68-CF3D-7D49-BC8C-77610199B925}">
      <dsp:nvSpPr>
        <dsp:cNvPr id="0" name=""/>
        <dsp:cNvSpPr/>
      </dsp:nvSpPr>
      <dsp:spPr>
        <a:xfrm>
          <a:off x="0" y="3199811"/>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27E3A7-A0A5-B546-BE29-99C81B935EE1}">
      <dsp:nvSpPr>
        <dsp:cNvPr id="0" name=""/>
        <dsp:cNvSpPr/>
      </dsp:nvSpPr>
      <dsp:spPr>
        <a:xfrm>
          <a:off x="0" y="3199812"/>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Excel</a:t>
          </a:r>
          <a:endParaRPr lang="en-US" sz="2400" kern="1200">
            <a:latin typeface="Calibri" panose="020F0502020204030204" pitchFamily="34" charset="0"/>
            <a:cs typeface="Calibri" panose="020F0502020204030204" pitchFamily="34" charset="0"/>
          </a:endParaRPr>
        </a:p>
      </dsp:txBody>
      <dsp:txXfrm>
        <a:off x="0" y="3199812"/>
        <a:ext cx="10400732" cy="533302"/>
      </dsp:txXfrm>
    </dsp:sp>
    <dsp:sp modelId="{44ABA935-A1AD-FA48-B2BB-1F9F6C4F76C3}">
      <dsp:nvSpPr>
        <dsp:cNvPr id="0" name=""/>
        <dsp:cNvSpPr/>
      </dsp:nvSpPr>
      <dsp:spPr>
        <a:xfrm>
          <a:off x="0" y="3733113"/>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A964B-86FA-F94B-9E5C-469F908A7BB9}">
      <dsp:nvSpPr>
        <dsp:cNvPr id="0" name=""/>
        <dsp:cNvSpPr/>
      </dsp:nvSpPr>
      <dsp:spPr>
        <a:xfrm>
          <a:off x="0" y="3733114"/>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Statistical and machine learning tools</a:t>
          </a:r>
          <a:endParaRPr lang="en-US" sz="2400" kern="1200">
            <a:latin typeface="Calibri" panose="020F0502020204030204" pitchFamily="34" charset="0"/>
            <a:cs typeface="Calibri" panose="020F0502020204030204" pitchFamily="34" charset="0"/>
          </a:endParaRPr>
        </a:p>
      </dsp:txBody>
      <dsp:txXfrm>
        <a:off x="0" y="3733114"/>
        <a:ext cx="10400732" cy="5333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50E59-1C6B-4E7B-96F4-4E2EE085D1DC}">
      <dsp:nvSpPr>
        <dsp:cNvPr id="0" name=""/>
        <dsp:cNvSpPr/>
      </dsp:nvSpPr>
      <dsp:spPr>
        <a:xfrm>
          <a:off x="1062089" y="157762"/>
          <a:ext cx="1401150" cy="132206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DC1AF-0C7B-4042-9190-0AA334D6EB5C}">
      <dsp:nvSpPr>
        <dsp:cNvPr id="0" name=""/>
        <dsp:cNvSpPr/>
      </dsp:nvSpPr>
      <dsp:spPr>
        <a:xfrm>
          <a:off x="1211414" y="267544"/>
          <a:ext cx="1102499" cy="1102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CF8847-D5BB-4FB9-8167-28C64E9AD401}">
      <dsp:nvSpPr>
        <dsp:cNvPr id="0" name=""/>
        <dsp:cNvSpPr/>
      </dsp:nvSpPr>
      <dsp:spPr>
        <a:xfrm>
          <a:off x="116742" y="2021791"/>
          <a:ext cx="3291844" cy="1509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Linear regression was executed using both </a:t>
          </a:r>
          <a:r>
            <a:rPr lang="en-US" sz="1800" b="0" i="0" kern="1200" baseline="0" dirty="0" err="1"/>
            <a:t>read.csv</a:t>
          </a:r>
          <a:r>
            <a:rPr lang="en-US" sz="1800" b="0" i="0" kern="1200" baseline="0" dirty="0"/>
            <a:t>() and </a:t>
          </a:r>
          <a:r>
            <a:rPr lang="en-US" sz="1800" b="0" i="0" kern="1200" baseline="0" dirty="0" err="1"/>
            <a:t>fread</a:t>
          </a:r>
          <a:r>
            <a:rPr lang="en-US" sz="1800" b="0" i="0" kern="1200" baseline="0" dirty="0"/>
            <a:t>() for data loading.</a:t>
          </a:r>
          <a:endParaRPr lang="en-US" sz="1800" kern="1200" dirty="0"/>
        </a:p>
      </dsp:txBody>
      <dsp:txXfrm>
        <a:off x="116742" y="2021791"/>
        <a:ext cx="3291844" cy="1509851"/>
      </dsp:txXfrm>
    </dsp:sp>
    <dsp:sp modelId="{5C9FE4A7-3E6E-4F41-897A-CF26F7FED429}">
      <dsp:nvSpPr>
        <dsp:cNvPr id="0" name=""/>
        <dsp:cNvSpPr/>
      </dsp:nvSpPr>
      <dsp:spPr>
        <a:xfrm>
          <a:off x="4834382" y="157845"/>
          <a:ext cx="1400908" cy="137892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C980E8-CD8A-4411-A7DB-EE47069E4FB9}">
      <dsp:nvSpPr>
        <dsp:cNvPr id="0" name=""/>
        <dsp:cNvSpPr/>
      </dsp:nvSpPr>
      <dsp:spPr>
        <a:xfrm>
          <a:off x="4983586" y="296059"/>
          <a:ext cx="1102499" cy="1102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C0BDBB-C39B-4A3C-901C-21DD097C43A3}">
      <dsp:nvSpPr>
        <dsp:cNvPr id="0" name=""/>
        <dsp:cNvSpPr/>
      </dsp:nvSpPr>
      <dsp:spPr>
        <a:xfrm>
          <a:off x="3876960" y="2070712"/>
          <a:ext cx="315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The </a:t>
          </a:r>
          <a:r>
            <a:rPr lang="en-US" sz="1800" b="0" i="0" kern="1200" baseline="0" dirty="0" err="1"/>
            <a:t>fread</a:t>
          </a:r>
          <a:r>
            <a:rPr lang="en-US" sz="1800" b="0" i="0" kern="1200" baseline="0" dirty="0"/>
            <a:t>() method demonstrated lower runtime compared to </a:t>
          </a:r>
          <a:r>
            <a:rPr lang="en-US" sz="1800" b="0" i="0" kern="1200" baseline="0" dirty="0" err="1"/>
            <a:t>read.csv</a:t>
          </a:r>
          <a:r>
            <a:rPr lang="en-US" sz="1800" b="0" i="0" kern="1200" baseline="0" dirty="0"/>
            <a:t>().</a:t>
          </a:r>
          <a:endParaRPr lang="en-US" sz="1800" kern="1200" dirty="0"/>
        </a:p>
      </dsp:txBody>
      <dsp:txXfrm>
        <a:off x="3876960" y="2070712"/>
        <a:ext cx="3150000" cy="1125000"/>
      </dsp:txXfrm>
    </dsp:sp>
    <dsp:sp modelId="{C7054B9E-28C2-414A-8000-2E0B37402DC7}">
      <dsp:nvSpPr>
        <dsp:cNvPr id="0" name=""/>
        <dsp:cNvSpPr/>
      </dsp:nvSpPr>
      <dsp:spPr>
        <a:xfrm>
          <a:off x="8505465" y="155328"/>
          <a:ext cx="1461243" cy="138899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982266-DE71-49DC-9CCC-8EFAE338CE56}">
      <dsp:nvSpPr>
        <dsp:cNvPr id="0" name=""/>
        <dsp:cNvSpPr/>
      </dsp:nvSpPr>
      <dsp:spPr>
        <a:xfrm>
          <a:off x="8684836" y="298576"/>
          <a:ext cx="1102499" cy="11024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05A5F4-94E4-45D8-9192-00BE265AD625}">
      <dsp:nvSpPr>
        <dsp:cNvPr id="0" name=""/>
        <dsp:cNvSpPr/>
      </dsp:nvSpPr>
      <dsp:spPr>
        <a:xfrm>
          <a:off x="7624011" y="2070709"/>
          <a:ext cx="315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Faster data ingestion contributed to improved overall model execution time.</a:t>
          </a:r>
          <a:endParaRPr lang="en-US" sz="1800" kern="1200" dirty="0"/>
        </a:p>
      </dsp:txBody>
      <dsp:txXfrm>
        <a:off x="7624011" y="2070709"/>
        <a:ext cx="3150000" cy="1125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A291D-B8A0-5843-B953-AEA052552DEF}">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4278E1-4BDF-764A-9F6B-60CAB3EBCC25}">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The fread() method outperformed read.csv() in terms of data-loading speed and overall runtime efficiency.</a:t>
          </a:r>
          <a:endParaRPr lang="en-US" sz="2600" kern="1200"/>
        </a:p>
      </dsp:txBody>
      <dsp:txXfrm>
        <a:off x="608661" y="692298"/>
        <a:ext cx="4508047" cy="2799040"/>
      </dsp:txXfrm>
    </dsp:sp>
    <dsp:sp modelId="{BB229410-E85C-3949-9D64-178D8EBB4F78}">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DE62FD-35A7-D64A-93CE-396F21182147}">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When combined with profiling techniques, fread() proved to be more suitable for large public health datasets and high-performance computing workflows.</a:t>
          </a:r>
          <a:endParaRPr lang="en-US" sz="2600" kern="120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4B94-9373-26F2-348A-04115A5D59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D36FA3D-CEA4-D5CE-AB2D-A92D2E284C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65E5A72-BD10-29AB-BBF0-5D711565A62A}"/>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5" name="Footer Placeholder 4">
            <a:extLst>
              <a:ext uri="{FF2B5EF4-FFF2-40B4-BE49-F238E27FC236}">
                <a16:creationId xmlns:a16="http://schemas.microsoft.com/office/drawing/2014/main" id="{94B13477-9743-E0B1-26E7-532629135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398427-A6E5-A2EB-990F-9D0E279F757D}"/>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89686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F1C6-1992-F29A-6E1E-DCE1B68B97A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2F860A-E61A-842B-A8F2-04C026DDE88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3444FA-C484-D760-79C4-C5F64F992FD1}"/>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5" name="Footer Placeholder 4">
            <a:extLst>
              <a:ext uri="{FF2B5EF4-FFF2-40B4-BE49-F238E27FC236}">
                <a16:creationId xmlns:a16="http://schemas.microsoft.com/office/drawing/2014/main" id="{D8BDBF41-6021-BAD9-4CD2-C48438E62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0558C-D714-0527-7EF0-A48ECFB18493}"/>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5094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AB82-F48C-2A10-A8B3-8EE4E313BAC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B972065-0A01-BA84-40CA-E0AC42029A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B74DD6A-4CF3-9F5B-87EF-30730CF4EF74}"/>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5" name="Footer Placeholder 4">
            <a:extLst>
              <a:ext uri="{FF2B5EF4-FFF2-40B4-BE49-F238E27FC236}">
                <a16:creationId xmlns:a16="http://schemas.microsoft.com/office/drawing/2014/main" id="{538E8543-4684-B00F-2132-6DF0387F3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0E5B2B-A44C-D95A-E3F8-99521D67C45C}"/>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44355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77BD-EC35-A3C2-1FF4-3514B93F99F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79CC84-D155-F946-C61B-F5E07A8AD1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7014F8-3339-B5C3-93A6-1E0F1A1E575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ECF98B6-9547-763F-9420-A6467B9C618D}"/>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6" name="Footer Placeholder 5">
            <a:extLst>
              <a:ext uri="{FF2B5EF4-FFF2-40B4-BE49-F238E27FC236}">
                <a16:creationId xmlns:a16="http://schemas.microsoft.com/office/drawing/2014/main" id="{5932E4E1-F225-8136-3A8C-2E2DB54079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46117-0BDC-ABAF-C9C5-7D09BA2EC4F5}"/>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236446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7388-17A0-2463-DA62-D4CFA5A9FA0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025FE38-590C-25F7-BBB6-87DA4B7C01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DB947E-AF77-94F3-31AC-90FC599D6F8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46F3E61-5351-F28A-074F-889F62DC91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01A7F7-C7BE-9C0F-AB1F-A76565813D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3E69674-674D-441E-7444-979444D09E8C}"/>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8" name="Footer Placeholder 7">
            <a:extLst>
              <a:ext uri="{FF2B5EF4-FFF2-40B4-BE49-F238E27FC236}">
                <a16:creationId xmlns:a16="http://schemas.microsoft.com/office/drawing/2014/main" id="{69B13874-399D-6C3E-FECE-063ACFC609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D84FE8-FF84-1979-2FC0-AD0FD2BC6001}"/>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49088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FAC8-16AC-3581-5417-42E21E42EC2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40E6E5D-D679-98B7-8011-1DCF58CC40FE}"/>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4" name="Footer Placeholder 3">
            <a:extLst>
              <a:ext uri="{FF2B5EF4-FFF2-40B4-BE49-F238E27FC236}">
                <a16:creationId xmlns:a16="http://schemas.microsoft.com/office/drawing/2014/main" id="{2EE7C360-900D-D784-96BF-E979E2A53A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F13E62-6538-09AD-0D24-A2BAD04532F9}"/>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723247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2B40AD-448D-36ED-AE92-7ED2FA69483A}"/>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3" name="Footer Placeholder 2">
            <a:extLst>
              <a:ext uri="{FF2B5EF4-FFF2-40B4-BE49-F238E27FC236}">
                <a16:creationId xmlns:a16="http://schemas.microsoft.com/office/drawing/2014/main" id="{36660D5C-99C6-9E17-E282-7D6FA833AD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F015E3-69CD-9A8D-05DD-AC2312B765F6}"/>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84920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2410-BD20-5F40-4A89-8A548ADAC9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CEAC54-90CD-FCEE-36CF-39639F7D6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87D3609-2C9A-5E8F-F533-C27135E7F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1EDFFE-24D2-3449-1122-B84CB42502F6}"/>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6" name="Footer Placeholder 5">
            <a:extLst>
              <a:ext uri="{FF2B5EF4-FFF2-40B4-BE49-F238E27FC236}">
                <a16:creationId xmlns:a16="http://schemas.microsoft.com/office/drawing/2014/main" id="{992EB4F7-1560-1512-9936-AD4E37DEB5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63BCF0-A9E6-9661-6C72-7C6F61F88D73}"/>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92509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44F1-7302-F1FF-D196-3002AF96EFD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D40DC2-AEF0-DBD0-D274-EF5D4B7863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2B0F4-770B-BFE6-749E-A19018A12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A9DB09-22D4-E2ED-934F-D0C3657C766F}"/>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6" name="Footer Placeholder 5">
            <a:extLst>
              <a:ext uri="{FF2B5EF4-FFF2-40B4-BE49-F238E27FC236}">
                <a16:creationId xmlns:a16="http://schemas.microsoft.com/office/drawing/2014/main" id="{3DCD3710-BD73-D084-D133-F01611F2E6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8C840-4776-435E-FD63-F2C586FADA09}"/>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21848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6082E-D139-54A7-9C54-A09A4F5CA98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C4BD1A-36FE-3389-3048-230A9B48691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8311942-8E1B-B55A-5DCC-FB212300CCE8}"/>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5" name="Footer Placeholder 4">
            <a:extLst>
              <a:ext uri="{FF2B5EF4-FFF2-40B4-BE49-F238E27FC236}">
                <a16:creationId xmlns:a16="http://schemas.microsoft.com/office/drawing/2014/main" id="{C612EE31-73EF-AB97-5330-283710980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539FE-8DEA-AC62-A601-4DC323940012}"/>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788951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631E8E-8EE2-1D1B-B94F-587A7C3E9CB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A05A76D-05A8-917B-095A-F3D9A2F095E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18C61FC-20E1-E441-408F-5D04E7B85D7D}"/>
              </a:ext>
            </a:extLst>
          </p:cNvPr>
          <p:cNvSpPr>
            <a:spLocks noGrp="1"/>
          </p:cNvSpPr>
          <p:nvPr>
            <p:ph type="dt" sz="half" idx="10"/>
          </p:nvPr>
        </p:nvSpPr>
        <p:spPr/>
        <p:txBody>
          <a:bodyPr/>
          <a:lstStyle/>
          <a:p>
            <a:fld id="{FF55ED79-2043-4011-8465-230682C6BEB8}" type="datetimeFigureOut">
              <a:rPr lang="en-US" smtClean="0"/>
              <a:t>3/10/26</a:t>
            </a:fld>
            <a:endParaRPr lang="en-US"/>
          </a:p>
        </p:txBody>
      </p:sp>
      <p:sp>
        <p:nvSpPr>
          <p:cNvPr id="5" name="Footer Placeholder 4">
            <a:extLst>
              <a:ext uri="{FF2B5EF4-FFF2-40B4-BE49-F238E27FC236}">
                <a16:creationId xmlns:a16="http://schemas.microsoft.com/office/drawing/2014/main" id="{4DEC1783-FBB7-4196-6864-6979BAF1F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A46E02-C8EB-1E74-16D0-7A3DAA56EC18}"/>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90916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C56B73-8DD9-6917-661C-6187153C90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F5669DB-9DE8-23FC-57C7-E39A20CA0F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951EC0-79B9-DE57-CC48-B1E0A93560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5ED79-2043-4011-8465-230682C6BEB8}" type="datetimeFigureOut">
              <a:rPr lang="en-US" smtClean="0"/>
              <a:t>3/10/26</a:t>
            </a:fld>
            <a:endParaRPr lang="en-US"/>
          </a:p>
        </p:txBody>
      </p:sp>
      <p:sp>
        <p:nvSpPr>
          <p:cNvPr id="5" name="Footer Placeholder 4">
            <a:extLst>
              <a:ext uri="{FF2B5EF4-FFF2-40B4-BE49-F238E27FC236}">
                <a16:creationId xmlns:a16="http://schemas.microsoft.com/office/drawing/2014/main" id="{638EE6D8-F385-6C1B-1188-01EF9DC031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39BE83-C6E7-DD53-0D08-E2AF88EAB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AF3346-DEE8-4B60-92CE-56728A0E8B69}" type="slidenum">
              <a:rPr lang="en-US" smtClean="0"/>
              <a:t>‹#›</a:t>
            </a:fld>
            <a:endParaRPr lang="en-US"/>
          </a:p>
        </p:txBody>
      </p:sp>
    </p:spTree>
    <p:extLst>
      <p:ext uri="{BB962C8B-B14F-4D97-AF65-F5344CB8AC3E}">
        <p14:creationId xmlns:p14="http://schemas.microsoft.com/office/powerpoint/2010/main" val="15341970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ayoclinic.org/diseases-conditions/lung-cancer/symptoms-causes/syc-20374620"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awpixel.com/search/pulmonary"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statecancerprofiles.cancer.gov/deathrates/" TargetMode="External"/><Relationship Id="rId2" Type="http://schemas.openxmlformats.org/officeDocument/2006/relationships/hyperlink" Target="https://statecancerprofiles.cancer.gov/incidencerates/" TargetMode="External"/><Relationship Id="rId1" Type="http://schemas.openxmlformats.org/officeDocument/2006/relationships/slideLayout" Target="../slideLayouts/slideLayout2.xml"/><Relationship Id="rId4" Type="http://schemas.openxmlformats.org/officeDocument/2006/relationships/hyperlink" Target="https://statecancerprofiles.cancer.gov/ri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descr="A close-up of a lung cancer&#10;&#10;AI-generated content may be incorrect.">
            <a:extLst>
              <a:ext uri="{FF2B5EF4-FFF2-40B4-BE49-F238E27FC236}">
                <a16:creationId xmlns:a16="http://schemas.microsoft.com/office/drawing/2014/main" id="{75E26794-399C-ABEA-E0FD-DA2D1C6719E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301" r="1" b="1"/>
          <a:stretch>
            <a:fillRect/>
          </a:stretch>
        </p:blipFill>
        <p:spPr>
          <a:xfrm>
            <a:off x="2431566" y="10"/>
            <a:ext cx="9669642" cy="6857990"/>
          </a:xfrm>
          <a:prstGeom prst="rect">
            <a:avLst/>
          </a:prstGeom>
        </p:spPr>
      </p:pic>
      <p:sp>
        <p:nvSpPr>
          <p:cNvPr id="63" name="Rectangle 6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C3D19E-ECC2-E306-3153-9DC8E7942294}"/>
              </a:ext>
            </a:extLst>
          </p:cNvPr>
          <p:cNvSpPr>
            <a:spLocks noGrp="1"/>
          </p:cNvSpPr>
          <p:nvPr>
            <p:ph type="ctrTitle"/>
          </p:nvPr>
        </p:nvSpPr>
        <p:spPr>
          <a:xfrm>
            <a:off x="-163693" y="672010"/>
            <a:ext cx="5629275" cy="4385766"/>
          </a:xfrm>
          <a:noFill/>
        </p:spPr>
        <p:txBody>
          <a:bodyPr>
            <a:normAutofit/>
          </a:bodyPr>
          <a:lstStyle/>
          <a:p>
            <a:r>
              <a:rPr lang="en-IN" sz="3600" b="1" i="1" dirty="0">
                <a:latin typeface="Times New Roman" panose="02020603050405020304" pitchFamily="18" charset="0"/>
                <a:cs typeface="Times New Roman" panose="02020603050405020304" pitchFamily="18" charset="0"/>
              </a:rPr>
              <a:t>Analysis of Lung Cancer Incidence, Mortality and Risk Factors in the </a:t>
            </a:r>
            <a:br>
              <a:rPr lang="en-IN" sz="3600" b="1" i="1" dirty="0">
                <a:latin typeface="Times New Roman" panose="02020603050405020304" pitchFamily="18" charset="0"/>
                <a:cs typeface="Times New Roman" panose="02020603050405020304" pitchFamily="18" charset="0"/>
              </a:rPr>
            </a:br>
            <a:r>
              <a:rPr lang="en-IN" sz="3600" b="1" i="1" dirty="0">
                <a:latin typeface="Times New Roman" panose="02020603050405020304" pitchFamily="18" charset="0"/>
                <a:cs typeface="Times New Roman" panose="02020603050405020304" pitchFamily="18" charset="0"/>
              </a:rPr>
              <a:t>United States</a:t>
            </a:r>
            <a:br>
              <a:rPr lang="en-IN" sz="3600" dirty="0"/>
            </a:br>
            <a:br>
              <a:rPr lang="en-US" sz="3600" dirty="0"/>
            </a:br>
            <a:endParaRPr lang="en-US" sz="3600" dirty="0"/>
          </a:p>
        </p:txBody>
      </p:sp>
      <p:sp>
        <p:nvSpPr>
          <p:cNvPr id="3" name="Subtitle 2">
            <a:extLst>
              <a:ext uri="{FF2B5EF4-FFF2-40B4-BE49-F238E27FC236}">
                <a16:creationId xmlns:a16="http://schemas.microsoft.com/office/drawing/2014/main" id="{80C13F11-C3AE-72DB-2349-0F114F8A8228}"/>
              </a:ext>
            </a:extLst>
          </p:cNvPr>
          <p:cNvSpPr>
            <a:spLocks noGrp="1"/>
          </p:cNvSpPr>
          <p:nvPr>
            <p:ph type="subTitle" idx="1"/>
          </p:nvPr>
        </p:nvSpPr>
        <p:spPr>
          <a:xfrm>
            <a:off x="444872" y="4529137"/>
            <a:ext cx="3973386" cy="1656853"/>
          </a:xfrm>
          <a:noFill/>
        </p:spPr>
        <p:txBody>
          <a:bodyPr>
            <a:normAutofit/>
          </a:bodyPr>
          <a:lstStyle/>
          <a:p>
            <a:pPr algn="l"/>
            <a:endParaRPr lang="en-US" dirty="0"/>
          </a:p>
          <a:p>
            <a:r>
              <a:rPr lang="en-US" sz="3200" b="1" i="1" dirty="0">
                <a:latin typeface="Times New Roman" panose="02020603050405020304" pitchFamily="18" charset="0"/>
                <a:cs typeface="Times New Roman" panose="02020603050405020304" pitchFamily="18" charset="0"/>
              </a:rPr>
              <a:t>Group 3</a:t>
            </a:r>
          </a:p>
        </p:txBody>
      </p:sp>
    </p:spTree>
    <p:extLst>
      <p:ext uri="{BB962C8B-B14F-4D97-AF65-F5344CB8AC3E}">
        <p14:creationId xmlns:p14="http://schemas.microsoft.com/office/powerpoint/2010/main" val="413599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7FCD-91F7-DD59-E461-C3B323A65816}"/>
              </a:ext>
            </a:extLst>
          </p:cNvPr>
          <p:cNvSpPr>
            <a:spLocks noGrp="1"/>
          </p:cNvSpPr>
          <p:nvPr>
            <p:ph type="title"/>
          </p:nvPr>
        </p:nvSpPr>
        <p:spPr>
          <a:xfrm>
            <a:off x="180976" y="1057275"/>
            <a:ext cx="8191499" cy="1535113"/>
          </a:xfrm>
        </p:spPr>
        <p:txBody>
          <a:bodyPr>
            <a:noAutofit/>
          </a:bodyPr>
          <a:lstStyle/>
          <a:p>
            <a:pPr algn="ctr"/>
            <a:r>
              <a:rPr lang="en-IN" sz="2400" b="1" dirty="0">
                <a:latin typeface="Times New Roman" panose="02020603050405020304" pitchFamily="18" charset="0"/>
                <a:cs typeface="Times New Roman" panose="02020603050405020304" pitchFamily="18" charset="0"/>
              </a:rPr>
              <a:t>HDS 5230-05</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High Performance Computing and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Health Artificial Intelligence</a:t>
            </a:r>
            <a:br>
              <a:rPr lang="en-I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Instructor : Prof . Bahareh Rahmani</a:t>
            </a:r>
            <a:br>
              <a:rPr lang="en-US"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Group : 03</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F0681C-1D6A-6FCF-BED6-7E5EC917C8F9}"/>
              </a:ext>
            </a:extLst>
          </p:cNvPr>
          <p:cNvSpPr>
            <a:spLocks noGrp="1"/>
          </p:cNvSpPr>
          <p:nvPr>
            <p:ph idx="1"/>
          </p:nvPr>
        </p:nvSpPr>
        <p:spPr>
          <a:xfrm>
            <a:off x="509452" y="2961946"/>
            <a:ext cx="5719763" cy="389605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Group Members :</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Dr. Pala Jijol Onesimos – Resident Doctor (MD.FCCM.)</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Shreya Shrestha – Public Health Practitioner </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Dhwani Mehta – Biotechnologist</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Sahil Patel - Chemist</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Sohil Chaudhary - Registered Nurse</a:t>
            </a:r>
          </a:p>
        </p:txBody>
      </p:sp>
      <p:pic>
        <p:nvPicPr>
          <p:cNvPr id="9" name="Picture 8" descr="A transparent lungs with a metal post&#10;&#10;AI-generated content may be incorrect.">
            <a:extLst>
              <a:ext uri="{FF2B5EF4-FFF2-40B4-BE49-F238E27FC236}">
                <a16:creationId xmlns:a16="http://schemas.microsoft.com/office/drawing/2014/main" id="{B504F19B-984E-883B-B653-3B1C0B55236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36" r="981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267244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A193DB8A-B389-A558-935B-88063C6DD8B4}"/>
              </a:ext>
            </a:extLst>
          </p:cNvPr>
          <p:cNvSpPr>
            <a:spLocks noGrp="1"/>
          </p:cNvSpPr>
          <p:nvPr>
            <p:ph type="title"/>
          </p:nvPr>
        </p:nvSpPr>
        <p:spPr>
          <a:xfrm>
            <a:off x="838200" y="643467"/>
            <a:ext cx="2951205" cy="5571066"/>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Table of Contents</a:t>
            </a:r>
          </a:p>
        </p:txBody>
      </p:sp>
      <p:graphicFrame>
        <p:nvGraphicFramePr>
          <p:cNvPr id="25" name="Rectangle 2">
            <a:extLst>
              <a:ext uri="{FF2B5EF4-FFF2-40B4-BE49-F238E27FC236}">
                <a16:creationId xmlns:a16="http://schemas.microsoft.com/office/drawing/2014/main" id="{656DB19A-1237-EE31-4ADA-7AB75157AE63}"/>
              </a:ext>
            </a:extLst>
          </p:cNvPr>
          <p:cNvGraphicFramePr>
            <a:graphicFrameLocks noGrp="1"/>
          </p:cNvGraphicFramePr>
          <p:nvPr>
            <p:ph idx="1"/>
            <p:extLst>
              <p:ext uri="{D42A27DB-BD31-4B8C-83A1-F6EECF244321}">
                <p14:modId xmlns:p14="http://schemas.microsoft.com/office/powerpoint/2010/main" val="1900142752"/>
              </p:ext>
            </p:extLst>
          </p:nvPr>
        </p:nvGraphicFramePr>
        <p:xfrm>
          <a:off x="5207640" y="643465"/>
          <a:ext cx="6291714" cy="5571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104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0BD7E5D7-4867-CB78-1FAF-95D09677D0BC}"/>
              </a:ext>
            </a:extLst>
          </p:cNvPr>
          <p:cNvSpPr>
            <a:spLocks noGrp="1"/>
          </p:cNvSpPr>
          <p:nvPr>
            <p:ph type="title"/>
          </p:nvPr>
        </p:nvSpPr>
        <p:spPr>
          <a:xfrm>
            <a:off x="838200" y="643467"/>
            <a:ext cx="2951205" cy="5571066"/>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Project Definition</a:t>
            </a:r>
            <a:endParaRPr lang="en-US" dirty="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D527D0A3-4A9B-0DB7-F22D-22833BE176A6}"/>
              </a:ext>
            </a:extLst>
          </p:cNvPr>
          <p:cNvGraphicFramePr>
            <a:graphicFrameLocks noGrp="1"/>
          </p:cNvGraphicFramePr>
          <p:nvPr>
            <p:ph idx="1"/>
            <p:extLst>
              <p:ext uri="{D42A27DB-BD31-4B8C-83A1-F6EECF244321}">
                <p14:modId xmlns:p14="http://schemas.microsoft.com/office/powerpoint/2010/main" val="582172481"/>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86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 name="Rectangle 62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Lungs">
            <a:extLst>
              <a:ext uri="{FF2B5EF4-FFF2-40B4-BE49-F238E27FC236}">
                <a16:creationId xmlns:a16="http://schemas.microsoft.com/office/drawing/2014/main" id="{952A565C-59CA-48ED-AEA0-0671F9E230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20383" y="3104705"/>
            <a:ext cx="3217333" cy="3217333"/>
          </a:xfrm>
          <a:prstGeom prst="rect">
            <a:avLst/>
          </a:prstGeom>
        </p:spPr>
      </p:pic>
      <p:grpSp>
        <p:nvGrpSpPr>
          <p:cNvPr id="625" name="Group 624">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491" name="Rectangle 490">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7" name="Rectangle 626">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7F5BBD-5556-410A-8AAD-D6CF14EA22B1}"/>
              </a:ext>
            </a:extLst>
          </p:cNvPr>
          <p:cNvSpPr>
            <a:spLocks noGrp="1"/>
          </p:cNvSpPr>
          <p:nvPr>
            <p:ph type="title"/>
          </p:nvPr>
        </p:nvSpPr>
        <p:spPr>
          <a:xfrm>
            <a:off x="740584" y="859808"/>
            <a:ext cx="3543197" cy="2878986"/>
          </a:xfrm>
        </p:spPr>
        <p:txBody>
          <a:bodyPr>
            <a:normAutofit/>
          </a:bodyPr>
          <a:lstStyle/>
          <a:p>
            <a:pPr algn="ctr"/>
            <a:r>
              <a:rPr lang="en-US">
                <a:solidFill>
                  <a:schemeClr val="bg1"/>
                </a:solidFill>
                <a:latin typeface="Times New Roman" panose="02020603050405020304" pitchFamily="18" charset="0"/>
                <a:cs typeface="Times New Roman" panose="02020603050405020304" pitchFamily="18" charset="0"/>
              </a:rPr>
              <a:t>Data Definition</a:t>
            </a:r>
          </a:p>
        </p:txBody>
      </p:sp>
      <p:grpSp>
        <p:nvGrpSpPr>
          <p:cNvPr id="628"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497" name="Freeform: Shape 496">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29" name="Freeform: Shape 497">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30" name="Freeform: Shape 498">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631" name="Freeform: Shape 499">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32" name="Freeform: Shape 501">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33" name="Freeform: Shape 502">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34" name="Freeform: Shape 503">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35" name="Freeform: Shape 504">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36" name="Freeform: Shape 505">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37" name="Freeform: Shape 506">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38" name="Freeform: Shape 507">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39" name="Freeform: Shape 508">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640"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641" name="Freeform: Shape 255">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42" name="Freeform: Shape 256">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43" name="Freeform: Shape 257">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644" name="Freeform: Shape 258">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645" name="Freeform: Shape 259">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46" name="Freeform: Shape 260">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47" name="Freeform: Shape 261">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48" name="Freeform: Shape 262">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49" name="Freeform: Shape 263">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50" name="Freeform: Shape 264">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51" name="Freeform: Shape 265">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52" name="Freeform: Shape 266">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53" name="Freeform: Shape 267">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077AC888-CF95-1EB6-F33E-8A90371C6D7D}"/>
              </a:ext>
            </a:extLst>
          </p:cNvPr>
          <p:cNvSpPr>
            <a:spLocks noGrp="1"/>
          </p:cNvSpPr>
          <p:nvPr>
            <p:ph idx="1"/>
          </p:nvPr>
        </p:nvSpPr>
        <p:spPr>
          <a:xfrm>
            <a:off x="6477270" y="685805"/>
            <a:ext cx="4974771" cy="5534019"/>
          </a:xfrm>
        </p:spPr>
        <p:txBody>
          <a:bodyPr>
            <a:normAutofit/>
          </a:bodyPr>
          <a:lstStyle/>
          <a:p>
            <a:r>
              <a:rPr lang="en-IN">
                <a:solidFill>
                  <a:schemeClr val="bg1"/>
                </a:solidFill>
                <a:latin typeface="Calibri" panose="020F0502020204030204" pitchFamily="34" charset="0"/>
                <a:cs typeface="Calibri" panose="020F0502020204030204" pitchFamily="34" charset="0"/>
              </a:rPr>
              <a:t>Data consists of population-level, aggregated health records related to lung cancer.</a:t>
            </a:r>
          </a:p>
          <a:p>
            <a:r>
              <a:rPr lang="en-IN">
                <a:solidFill>
                  <a:schemeClr val="bg1"/>
                </a:solidFill>
                <a:latin typeface="Calibri" panose="020F0502020204030204" pitchFamily="34" charset="0"/>
                <a:cs typeface="Calibri" panose="020F0502020204030204" pitchFamily="34" charset="0"/>
              </a:rPr>
              <a:t>Each dataset represents county-level measurements across multiple years.</a:t>
            </a:r>
          </a:p>
          <a:p>
            <a:r>
              <a:rPr lang="en-IN">
                <a:solidFill>
                  <a:schemeClr val="bg1"/>
                </a:solidFill>
                <a:latin typeface="Calibri" panose="020F0502020204030204" pitchFamily="34" charset="0"/>
                <a:cs typeface="Calibri" panose="020F0502020204030204" pitchFamily="34" charset="0"/>
              </a:rPr>
              <a:t>Variables include cancer outcomes, geographic identifiers, and risk indicators.</a:t>
            </a:r>
          </a:p>
          <a:p>
            <a:r>
              <a:rPr lang="en-IN">
                <a:solidFill>
                  <a:schemeClr val="bg1"/>
                </a:solidFill>
                <a:latin typeface="Calibri" panose="020F0502020204030204" pitchFamily="34" charset="0"/>
                <a:cs typeface="Calibri" panose="020F0502020204030204" pitchFamily="34" charset="0"/>
              </a:rPr>
              <a:t>Data is structured in CSV (.csv) format, suitable for statistical and machine learning analysis.</a:t>
            </a:r>
          </a:p>
          <a:p>
            <a:endParaRPr lang="en-US">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007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767AB0C-C843-D423-9DB3-C4B9CACEDD91}"/>
              </a:ext>
            </a:extLst>
          </p:cNvPr>
          <p:cNvSpPr>
            <a:spLocks noGrp="1"/>
          </p:cNvSpPr>
          <p:nvPr>
            <p:ph type="title"/>
          </p:nvPr>
        </p:nvSpPr>
        <p:spPr>
          <a:xfrm>
            <a:off x="1256522" y="591829"/>
            <a:ext cx="3939688" cy="5583126"/>
          </a:xfrm>
        </p:spPr>
        <p:txBody>
          <a:bodyPr>
            <a:normAutofit/>
          </a:bodyPr>
          <a:lstStyle/>
          <a:p>
            <a:r>
              <a:rPr lang="en-US" sz="6200">
                <a:latin typeface="Times New Roman" panose="02020603050405020304" pitchFamily="18" charset="0"/>
                <a:cs typeface="Times New Roman" panose="02020603050405020304" pitchFamily="18" charset="0"/>
              </a:rPr>
              <a:t>Data Description</a:t>
            </a:r>
          </a:p>
        </p:txBody>
      </p:sp>
      <p:cxnSp>
        <p:nvCxnSpPr>
          <p:cNvPr id="43" name="Straight Connector 4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45"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3111"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47"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91891"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49"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17571"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18" name="Rectangle 1">
            <a:extLst>
              <a:ext uri="{FF2B5EF4-FFF2-40B4-BE49-F238E27FC236}">
                <a16:creationId xmlns:a16="http://schemas.microsoft.com/office/drawing/2014/main" id="{C84BAF3A-7CFB-DB1F-6DA7-D15BE6994990}"/>
              </a:ext>
            </a:extLst>
          </p:cNvPr>
          <p:cNvGraphicFramePr>
            <a:graphicFrameLocks noGrp="1"/>
          </p:cNvGraphicFramePr>
          <p:nvPr>
            <p:ph idx="1"/>
            <p:extLst>
              <p:ext uri="{D42A27DB-BD31-4B8C-83A1-F6EECF244321}">
                <p14:modId xmlns:p14="http://schemas.microsoft.com/office/powerpoint/2010/main" val="459660747"/>
              </p:ext>
            </p:extLst>
          </p:nvPr>
        </p:nvGraphicFramePr>
        <p:xfrm>
          <a:off x="5492710" y="671805"/>
          <a:ext cx="5861090" cy="550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016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0F52DE2-C0DF-68CF-66A0-879E6A4B1FD4}"/>
              </a:ext>
            </a:extLst>
          </p:cNvPr>
          <p:cNvSpPr>
            <a:spLocks noGrp="1"/>
          </p:cNvSpPr>
          <p:nvPr>
            <p:ph type="title"/>
          </p:nvPr>
        </p:nvSpPr>
        <p:spPr>
          <a:xfrm>
            <a:off x="479394" y="1070800"/>
            <a:ext cx="3939688" cy="5583126"/>
          </a:xfrm>
        </p:spPr>
        <p:txBody>
          <a:bodyPr>
            <a:normAutofit/>
          </a:bodyPr>
          <a:lstStyle/>
          <a:p>
            <a:pPr algn="r"/>
            <a:r>
              <a:rPr lang="en-IN" sz="6800" dirty="0"/>
              <a:t>Data Collection Method</a:t>
            </a:r>
            <a:endParaRPr lang="en-US" sz="68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F6071BCC-F139-A536-76D6-CE400BFA9D58}"/>
              </a:ext>
            </a:extLst>
          </p:cNvPr>
          <p:cNvGraphicFramePr>
            <a:graphicFrameLocks noGrp="1"/>
          </p:cNvGraphicFramePr>
          <p:nvPr>
            <p:ph idx="1"/>
            <p:extLst>
              <p:ext uri="{D42A27DB-BD31-4B8C-83A1-F6EECF244321}">
                <p14:modId xmlns:p14="http://schemas.microsoft.com/office/powerpoint/2010/main" val="3846614922"/>
              </p:ext>
            </p:extLst>
          </p:nvPr>
        </p:nvGraphicFramePr>
        <p:xfrm>
          <a:off x="5108535" y="500064"/>
          <a:ext cx="6245265" cy="6160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970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AAAE9-60BB-F258-2366-4D70AB3621B2}"/>
              </a:ext>
            </a:extLst>
          </p:cNvPr>
          <p:cNvSpPr>
            <a:spLocks noGrp="1"/>
          </p:cNvSpPr>
          <p:nvPr>
            <p:ph type="title"/>
          </p:nvPr>
        </p:nvSpPr>
        <p:spPr>
          <a:xfrm>
            <a:off x="838200" y="556995"/>
            <a:ext cx="10515600" cy="1133693"/>
          </a:xfrm>
        </p:spPr>
        <p:txBody>
          <a:bodyPr>
            <a:normAutofit/>
          </a:bodyPr>
          <a:lstStyle/>
          <a:p>
            <a:r>
              <a:rPr lang="en-IN" sz="4800">
                <a:latin typeface="Times New Roman" panose="02020603050405020304" pitchFamily="18" charset="0"/>
                <a:cs typeface="Times New Roman" panose="02020603050405020304" pitchFamily="18" charset="0"/>
              </a:rPr>
              <a:t>Unit of Observation and Data Coverage</a:t>
            </a:r>
            <a:endParaRPr lang="en-US" sz="4800">
              <a:latin typeface="Times New Roman" panose="02020603050405020304" pitchFamily="18" charset="0"/>
              <a:cs typeface="Times New Roman" panose="02020603050405020304" pitchFamily="18" charset="0"/>
            </a:endParaRPr>
          </a:p>
        </p:txBody>
      </p:sp>
      <p:graphicFrame>
        <p:nvGraphicFramePr>
          <p:cNvPr id="6" name="Rectangle 1">
            <a:extLst>
              <a:ext uri="{FF2B5EF4-FFF2-40B4-BE49-F238E27FC236}">
                <a16:creationId xmlns:a16="http://schemas.microsoft.com/office/drawing/2014/main" id="{3983CA0A-886E-557A-FFC3-D292EB6B0555}"/>
              </a:ext>
            </a:extLst>
          </p:cNvPr>
          <p:cNvGraphicFramePr>
            <a:graphicFrameLocks noGrp="1"/>
          </p:cNvGraphicFramePr>
          <p:nvPr>
            <p:ph idx="1"/>
            <p:extLst>
              <p:ext uri="{D42A27DB-BD31-4B8C-83A1-F6EECF244321}">
                <p14:modId xmlns:p14="http://schemas.microsoft.com/office/powerpoint/2010/main" val="407001590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2780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4F1AEF-19F9-8B16-9258-E6623191FF6E}"/>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latin typeface="Times New Roman" panose="02020603050405020304" pitchFamily="18" charset="0"/>
                <a:cs typeface="Times New Roman" panose="02020603050405020304" pitchFamily="18" charset="0"/>
              </a:rPr>
              <a:t>Data Attributes</a:t>
            </a:r>
            <a:endParaRPr lang="en-US" sz="40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153ABA-BB92-591E-8040-DA2769247E0A}"/>
              </a:ext>
            </a:extLst>
          </p:cNvPr>
          <p:cNvSpPr>
            <a:spLocks noGrp="1"/>
          </p:cNvSpPr>
          <p:nvPr>
            <p:ph idx="1"/>
          </p:nvPr>
        </p:nvSpPr>
        <p:spPr>
          <a:xfrm>
            <a:off x="4810259" y="649480"/>
            <a:ext cx="6555347" cy="5546047"/>
          </a:xfrm>
        </p:spPr>
        <p:txBody>
          <a:bodyPr anchor="ctr">
            <a:normAutofit/>
          </a:bodyPr>
          <a:lstStyle/>
          <a:p>
            <a:pPr marL="0" indent="0">
              <a:buNone/>
            </a:pPr>
            <a:r>
              <a:rPr lang="en-IN" sz="2000" b="1">
                <a:latin typeface="Calibri" panose="020F0502020204030204" pitchFamily="34" charset="0"/>
                <a:cs typeface="Calibri" panose="020F0502020204030204" pitchFamily="34" charset="0"/>
              </a:rPr>
              <a:t>Geographic and Time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county_fips – County identification code</a:t>
            </a:r>
          </a:p>
          <a:p>
            <a:r>
              <a:rPr lang="en-IN" sz="2000">
                <a:latin typeface="Calibri" panose="020F0502020204030204" pitchFamily="34" charset="0"/>
                <a:cs typeface="Calibri" panose="020F0502020204030204" pitchFamily="34" charset="0"/>
              </a:rPr>
              <a:t>state_name – U.S. state</a:t>
            </a:r>
          </a:p>
          <a:p>
            <a:r>
              <a:rPr lang="en-IN" sz="2000">
                <a:latin typeface="Calibri" panose="020F0502020204030204" pitchFamily="34" charset="0"/>
                <a:cs typeface="Calibri" panose="020F0502020204030204" pitchFamily="34" charset="0"/>
              </a:rPr>
              <a:t>county_name – County name</a:t>
            </a:r>
          </a:p>
          <a:p>
            <a:r>
              <a:rPr lang="en-IN" sz="2000">
                <a:latin typeface="Calibri" panose="020F0502020204030204" pitchFamily="34" charset="0"/>
                <a:cs typeface="Calibri" panose="020F0502020204030204" pitchFamily="34" charset="0"/>
              </a:rPr>
              <a:t>year – Year of observation</a:t>
            </a:r>
          </a:p>
          <a:p>
            <a:pPr marL="0" indent="0">
              <a:buNone/>
            </a:pPr>
            <a:r>
              <a:rPr lang="en-IN" sz="2000" b="1">
                <a:latin typeface="Calibri" panose="020F0502020204030204" pitchFamily="34" charset="0"/>
                <a:cs typeface="Calibri" panose="020F0502020204030204" pitchFamily="34" charset="0"/>
              </a:rPr>
              <a:t>Outcome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lung_cancer_incidence_rate</a:t>
            </a:r>
          </a:p>
          <a:p>
            <a:r>
              <a:rPr lang="en-IN" sz="2000">
                <a:latin typeface="Calibri" panose="020F0502020204030204" pitchFamily="34" charset="0"/>
                <a:cs typeface="Calibri" panose="020F0502020204030204" pitchFamily="34" charset="0"/>
              </a:rPr>
              <a:t>lung_cancer_mortality_rate</a:t>
            </a:r>
          </a:p>
          <a:p>
            <a:pPr marL="0" indent="0">
              <a:buNone/>
            </a:pPr>
            <a:r>
              <a:rPr lang="en-IN" sz="2000" b="1">
                <a:latin typeface="Calibri" panose="020F0502020204030204" pitchFamily="34" charset="0"/>
                <a:cs typeface="Calibri" panose="020F0502020204030204" pitchFamily="34" charset="0"/>
              </a:rPr>
              <a:t>Risk and Screening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smoking_prevalence</a:t>
            </a:r>
          </a:p>
          <a:p>
            <a:r>
              <a:rPr lang="en-IN" sz="2000">
                <a:latin typeface="Calibri" panose="020F0502020204030204" pitchFamily="34" charset="0"/>
                <a:cs typeface="Calibri" panose="020F0502020204030204" pitchFamily="34" charset="0"/>
              </a:rPr>
              <a:t>screening_indicator </a:t>
            </a:r>
          </a:p>
          <a:p>
            <a:r>
              <a:rPr lang="en-US" sz="2000">
                <a:latin typeface="Calibri" panose="020F0502020204030204" pitchFamily="34" charset="0"/>
                <a:cs typeface="Calibri" panose="020F0502020204030204" pitchFamily="34" charset="0"/>
              </a:rPr>
              <a:t>Behavioral risk measures (e.g., smoking-related metrics)</a:t>
            </a:r>
          </a:p>
          <a:p>
            <a:endParaRPr lang="en-IN" sz="2000">
              <a:latin typeface="Calibri" panose="020F0502020204030204" pitchFamily="34" charset="0"/>
              <a:cs typeface="Calibri" panose="020F0502020204030204" pitchFamily="34" charset="0"/>
            </a:endParaRPr>
          </a:p>
          <a:p>
            <a:endParaRPr 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847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2FDA5-B7BE-3349-E995-6C6F6E8AA592}"/>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 Format</a:t>
            </a:r>
            <a:endParaRPr lang="en-US" dirty="0">
              <a:latin typeface="Times New Roman" panose="02020603050405020304" pitchFamily="18" charset="0"/>
              <a:cs typeface="Times New Roman" panose="02020603050405020304" pitchFamily="18" charset="0"/>
            </a:endParaRPr>
          </a:p>
        </p:txBody>
      </p:sp>
      <p:graphicFrame>
        <p:nvGraphicFramePr>
          <p:cNvPr id="14" name="Rectangle 1">
            <a:extLst>
              <a:ext uri="{FF2B5EF4-FFF2-40B4-BE49-F238E27FC236}">
                <a16:creationId xmlns:a16="http://schemas.microsoft.com/office/drawing/2014/main" id="{35683B57-67C2-7936-4F20-02FE92677193}"/>
              </a:ext>
            </a:extLst>
          </p:cNvPr>
          <p:cNvGraphicFramePr>
            <a:graphicFrameLocks noGrp="1"/>
          </p:cNvGraphicFramePr>
          <p:nvPr>
            <p:ph idx="1"/>
            <p:extLst>
              <p:ext uri="{D42A27DB-BD31-4B8C-83A1-F6EECF244321}">
                <p14:modId xmlns:p14="http://schemas.microsoft.com/office/powerpoint/2010/main" val="1178322937"/>
              </p:ext>
            </p:extLst>
          </p:nvPr>
        </p:nvGraphicFramePr>
        <p:xfrm>
          <a:off x="838200" y="1814513"/>
          <a:ext cx="10400732" cy="4266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8258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eform: Shape 52">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D040C26-0334-33DC-A430-2E55F7501332}"/>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REGRESSION PROFILING</a:t>
            </a:r>
          </a:p>
        </p:txBody>
      </p:sp>
    </p:spTree>
    <p:extLst>
      <p:ext uri="{BB962C8B-B14F-4D97-AF65-F5344CB8AC3E}">
        <p14:creationId xmlns:p14="http://schemas.microsoft.com/office/powerpoint/2010/main" val="2724327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316D3C-D501-5F3F-79FF-5EFDC9A85A6C}"/>
              </a:ext>
            </a:extLst>
          </p:cNvPr>
          <p:cNvSpPr>
            <a:spLocks noGrp="1"/>
          </p:cNvSpPr>
          <p:nvPr>
            <p:ph type="title"/>
          </p:nvPr>
        </p:nvSpPr>
        <p:spPr>
          <a:xfrm>
            <a:off x="1051560" y="586822"/>
            <a:ext cx="3657600" cy="1645920"/>
          </a:xfrm>
        </p:spPr>
        <p:txBody>
          <a:bodyPr>
            <a:normAutofit/>
          </a:bodyPr>
          <a:lstStyle/>
          <a:p>
            <a:r>
              <a:rPr lang="en-IN" sz="3200" b="1" dirty="0"/>
              <a:t>Step 1:</a:t>
            </a:r>
            <a:br>
              <a:rPr lang="en-IN" sz="3200" b="1" dirty="0"/>
            </a:br>
            <a:r>
              <a:rPr lang="en-IN" sz="3200" b="1" dirty="0"/>
              <a:t>Data Loading</a:t>
            </a:r>
            <a:endParaRPr lang="en-IN" sz="3200" dirty="0"/>
          </a:p>
        </p:txBody>
      </p:sp>
      <p:sp>
        <p:nvSpPr>
          <p:cNvPr id="18" name="Rectangle 17">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 name="Rectangle 19">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EB9E2F4E-6518-4501-B5EE-FDE35605E242}"/>
              </a:ext>
            </a:extLst>
          </p:cNvPr>
          <p:cNvSpPr>
            <a:spLocks noGrp="1"/>
          </p:cNvSpPr>
          <p:nvPr>
            <p:ph idx="1"/>
          </p:nvPr>
        </p:nvSpPr>
        <p:spPr>
          <a:xfrm>
            <a:off x="5250106" y="586822"/>
            <a:ext cx="6106742" cy="1645920"/>
          </a:xfrm>
        </p:spPr>
        <p:txBody>
          <a:bodyPr anchor="ctr">
            <a:normAutofit/>
          </a:bodyPr>
          <a:lstStyle/>
          <a:p>
            <a:pPr marL="0" indent="0">
              <a:buNone/>
            </a:pPr>
            <a:r>
              <a:rPr lang="en-IN" dirty="0"/>
              <a:t>Loaded lung cancer mortality county-level dataset and inspected structure.</a:t>
            </a:r>
          </a:p>
          <a:p>
            <a:endParaRPr lang="en-US" sz="1800" dirty="0"/>
          </a:p>
        </p:txBody>
      </p:sp>
      <p:pic>
        <p:nvPicPr>
          <p:cNvPr id="7" name="Picture 6" descr="A screenshot of a computer&#10;&#10;AI-generated content may be incorrect.">
            <a:extLst>
              <a:ext uri="{FF2B5EF4-FFF2-40B4-BE49-F238E27FC236}">
                <a16:creationId xmlns:a16="http://schemas.microsoft.com/office/drawing/2014/main" id="{44610BDC-DCCC-C5C7-CC6F-382D192E9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16" y="2767579"/>
            <a:ext cx="6994484" cy="3777019"/>
          </a:xfrm>
          <a:prstGeom prst="rect">
            <a:avLst/>
          </a:prstGeom>
        </p:spPr>
      </p:pic>
      <p:pic>
        <p:nvPicPr>
          <p:cNvPr id="5" name="Content Placeholder 4" descr="A screenshot of a phone&#10;&#10;AI-generated content may be incorrect.">
            <a:extLst>
              <a:ext uri="{FF2B5EF4-FFF2-40B4-BE49-F238E27FC236}">
                <a16:creationId xmlns:a16="http://schemas.microsoft.com/office/drawing/2014/main" id="{3B43E56D-1F01-0EE4-9EA8-1F5A29506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5866" y="3615251"/>
            <a:ext cx="4998389" cy="1803415"/>
          </a:xfrm>
          <a:prstGeom prst="rect">
            <a:avLst/>
          </a:prstGeom>
        </p:spPr>
      </p:pic>
    </p:spTree>
    <p:extLst>
      <p:ext uri="{BB962C8B-B14F-4D97-AF65-F5344CB8AC3E}">
        <p14:creationId xmlns:p14="http://schemas.microsoft.com/office/powerpoint/2010/main" val="1539311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49207-0A13-532A-D20C-B2B0863E2285}"/>
              </a:ext>
            </a:extLst>
          </p:cNvPr>
          <p:cNvSpPr>
            <a:spLocks noGrp="1"/>
          </p:cNvSpPr>
          <p:nvPr>
            <p:ph type="title"/>
          </p:nvPr>
        </p:nvSpPr>
        <p:spPr>
          <a:xfrm>
            <a:off x="630936" y="640080"/>
            <a:ext cx="4818888" cy="1481328"/>
          </a:xfrm>
          <a:prstGeom prst="ellipse">
            <a:avLst/>
          </a:prstGeom>
        </p:spPr>
        <p:txBody>
          <a:bodyPr vert="horz" lIns="91440" tIns="45720" rIns="91440" bIns="45720" rtlCol="0" anchor="b">
            <a:normAutofit fontScale="90000"/>
          </a:bodyPr>
          <a:lstStyle/>
          <a:p>
            <a:r>
              <a:rPr lang="en-US" sz="3400" b="1" kern="1200" dirty="0">
                <a:solidFill>
                  <a:schemeClr val="tx1"/>
                </a:solidFill>
                <a:latin typeface="+mj-lt"/>
                <a:ea typeface="+mj-ea"/>
                <a:cs typeface="+mj-cs"/>
              </a:rPr>
              <a:t>Step 2: </a:t>
            </a:r>
            <a:br>
              <a:rPr lang="en-US" sz="3400" b="1" kern="1200" dirty="0">
                <a:solidFill>
                  <a:schemeClr val="tx1"/>
                </a:solidFill>
                <a:latin typeface="+mj-lt"/>
                <a:ea typeface="+mj-ea"/>
                <a:cs typeface="+mj-cs"/>
              </a:rPr>
            </a:br>
            <a:r>
              <a:rPr lang="en-US" sz="3400" b="1" kern="1200" dirty="0">
                <a:solidFill>
                  <a:schemeClr val="tx1"/>
                </a:solidFill>
                <a:latin typeface="+mj-lt"/>
                <a:ea typeface="+mj-ea"/>
                <a:cs typeface="+mj-cs"/>
              </a:rPr>
              <a:t>Rename Columns</a:t>
            </a:r>
          </a:p>
        </p:txBody>
      </p:sp>
      <p:sp>
        <p:nvSpPr>
          <p:cNvPr id="3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79F6EB1-05F1-9F92-8FBF-62D75CE12B69}"/>
              </a:ext>
            </a:extLst>
          </p:cNvPr>
          <p:cNvSpPr txBox="1"/>
          <p:nvPr/>
        </p:nvSpPr>
        <p:spPr>
          <a:xfrm>
            <a:off x="630936" y="3061102"/>
            <a:ext cx="4818888" cy="3147673"/>
          </a:xfrm>
          <a:prstGeom prst="rect">
            <a:avLst/>
          </a:prstGeom>
        </p:spPr>
        <p:txBody>
          <a:bodyPr vert="horz" lIns="91440" tIns="45720" rIns="91440" bIns="45720" rtlCol="0" anchor="t">
            <a:normAutofit/>
          </a:bodyPr>
          <a:lstStyle/>
          <a:p>
            <a:pPr indent="-228600">
              <a:spcAft>
                <a:spcPts val="600"/>
              </a:spcAft>
              <a:buFont typeface="Arial" panose="020B0604020202020204" pitchFamily="34" charset="0"/>
              <a:buChar char="•"/>
            </a:pPr>
            <a:r>
              <a:rPr lang="en-US" sz="2200" dirty="0"/>
              <a:t>Renamed variables for consistent modeling and reproducibility.</a:t>
            </a:r>
          </a:p>
          <a:p>
            <a:pPr marL="342900" indent="-342900">
              <a:spcAft>
                <a:spcPts val="600"/>
              </a:spcAft>
              <a:buFont typeface="Arial" panose="020B0604020202020204" pitchFamily="34" charset="0"/>
              <a:buChar char="•"/>
            </a:pPr>
            <a:endParaRPr lang="en-US" sz="2200" dirty="0"/>
          </a:p>
          <a:p>
            <a:pPr marL="342900" indent="-342900">
              <a:spcAft>
                <a:spcPts val="600"/>
              </a:spcAft>
              <a:buFont typeface="Arial" panose="020B0604020202020204" pitchFamily="34" charset="0"/>
              <a:buChar char="•"/>
            </a:pPr>
            <a:r>
              <a:rPr lang="en-US" sz="2200" dirty="0"/>
              <a:t>names(</a:t>
            </a:r>
            <a:r>
              <a:rPr lang="en-US" sz="2200" dirty="0" err="1"/>
              <a:t>death_dt</a:t>
            </a:r>
            <a:r>
              <a:rPr lang="en-US" sz="2200" dirty="0"/>
              <a:t>)  showing </a:t>
            </a:r>
          </a:p>
          <a:p>
            <a:pPr>
              <a:spcAft>
                <a:spcPts val="600"/>
              </a:spcAft>
            </a:pPr>
            <a:r>
              <a:rPr lang="en-US" sz="2200" dirty="0" err="1"/>
              <a:t>mortality_rate</a:t>
            </a:r>
            <a:r>
              <a:rPr lang="en-US" sz="2200" dirty="0"/>
              <a:t>, </a:t>
            </a:r>
          </a:p>
          <a:p>
            <a:pPr>
              <a:spcAft>
                <a:spcPts val="600"/>
              </a:spcAft>
            </a:pPr>
            <a:r>
              <a:rPr lang="en-US" sz="2200" dirty="0" err="1"/>
              <a:t>rural_urban_code</a:t>
            </a:r>
            <a:r>
              <a:rPr lang="en-US" sz="2200" dirty="0"/>
              <a:t>, </a:t>
            </a:r>
          </a:p>
          <a:p>
            <a:pPr>
              <a:spcAft>
                <a:spcPts val="600"/>
              </a:spcAft>
            </a:pPr>
            <a:r>
              <a:rPr lang="en-US" sz="2200" dirty="0" err="1"/>
              <a:t>lower_ci_rate</a:t>
            </a:r>
            <a:endParaRPr lang="en-US" sz="2200" dirty="0"/>
          </a:p>
        </p:txBody>
      </p:sp>
      <p:pic>
        <p:nvPicPr>
          <p:cNvPr id="5" name="Content Placeholder 4" descr="A screenshot of a computer&#10;&#10;AI-generated content may be incorrect.">
            <a:extLst>
              <a:ext uri="{FF2B5EF4-FFF2-40B4-BE49-F238E27FC236}">
                <a16:creationId xmlns:a16="http://schemas.microsoft.com/office/drawing/2014/main" id="{0DA0250C-17D2-7C4D-053E-AE437E901C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30257" y="1579775"/>
            <a:ext cx="6603997" cy="4474206"/>
          </a:xfrm>
          <a:prstGeom prst="rect">
            <a:avLst/>
          </a:prstGeom>
        </p:spPr>
      </p:pic>
    </p:spTree>
    <p:extLst>
      <p:ext uri="{BB962C8B-B14F-4D97-AF65-F5344CB8AC3E}">
        <p14:creationId xmlns:p14="http://schemas.microsoft.com/office/powerpoint/2010/main" val="1204041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03B6A2-5BFE-E953-474F-A5629F23FD41}"/>
              </a:ext>
            </a:extLst>
          </p:cNvPr>
          <p:cNvSpPr>
            <a:spLocks noGrp="1"/>
          </p:cNvSpPr>
          <p:nvPr>
            <p:ph type="title"/>
          </p:nvPr>
        </p:nvSpPr>
        <p:spPr>
          <a:xfrm>
            <a:off x="438913" y="859536"/>
            <a:ext cx="4832802" cy="1170432"/>
          </a:xfrm>
        </p:spPr>
        <p:txBody>
          <a:bodyPr vert="horz" lIns="91440" tIns="45720" rIns="91440" bIns="45720" rtlCol="0" anchor="b">
            <a:normAutofit fontScale="90000"/>
          </a:bodyPr>
          <a:lstStyle/>
          <a:p>
            <a:r>
              <a:rPr lang="en-US" sz="3400" b="1" dirty="0"/>
              <a:t>Step 3: </a:t>
            </a:r>
            <a:br>
              <a:rPr lang="en-US" sz="3400" b="1" dirty="0"/>
            </a:br>
            <a:r>
              <a:rPr lang="en-US" sz="3400" b="1" dirty="0"/>
              <a:t>Feature selection + cleaning</a:t>
            </a:r>
          </a:p>
        </p:txBody>
      </p:sp>
      <p:sp>
        <p:nvSpPr>
          <p:cNvPr id="25" name="Rectangle 24">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CE0B498-2D8B-026A-F904-20D864C56BB5}"/>
              </a:ext>
            </a:extLst>
          </p:cNvPr>
          <p:cNvSpPr txBox="1"/>
          <p:nvPr/>
        </p:nvSpPr>
        <p:spPr>
          <a:xfrm>
            <a:off x="438912" y="2512611"/>
            <a:ext cx="4832803" cy="3664351"/>
          </a:xfrm>
          <a:prstGeom prst="rect">
            <a:avLst/>
          </a:prstGeom>
        </p:spPr>
        <p:txBody>
          <a:bodyPr vert="horz" lIns="91440" tIns="45720" rIns="91440" bIns="45720" rtlCol="0">
            <a:normAutofit/>
          </a:bodyPr>
          <a:lstStyle/>
          <a:p>
            <a:pPr>
              <a:lnSpc>
                <a:spcPct val="90000"/>
              </a:lnSpc>
              <a:spcAft>
                <a:spcPts val="600"/>
              </a:spcAft>
            </a:pPr>
            <a:r>
              <a:rPr lang="en-US" sz="2400" dirty="0"/>
              <a:t>Selected outcome (</a:t>
            </a:r>
            <a:r>
              <a:rPr lang="en-US" sz="2400" dirty="0" err="1"/>
              <a:t>mortality_rate</a:t>
            </a:r>
            <a:r>
              <a:rPr lang="en-US" sz="2400" dirty="0"/>
              <a:t>) and predictors (rural/urban category and lower CI rate); removed missing values.</a:t>
            </a:r>
          </a:p>
          <a:p>
            <a:pPr indent="-228600">
              <a:lnSpc>
                <a:spcPct val="90000"/>
              </a:lnSpc>
              <a:spcAft>
                <a:spcPts val="600"/>
              </a:spcAft>
              <a:buFont typeface="Arial" panose="020B0604020202020204" pitchFamily="34" charset="0"/>
              <a:buChar char="•"/>
            </a:pPr>
            <a:endParaRPr lang="en-US" dirty="0"/>
          </a:p>
        </p:txBody>
      </p:sp>
      <p:pic>
        <p:nvPicPr>
          <p:cNvPr id="7" name="Picture 6" descr="A screenshot of a computer code&#10;&#10;AI-generated content may be incorrect.">
            <a:extLst>
              <a:ext uri="{FF2B5EF4-FFF2-40B4-BE49-F238E27FC236}">
                <a16:creationId xmlns:a16="http://schemas.microsoft.com/office/drawing/2014/main" id="{98248773-6BAF-5D27-97D7-5133E60CE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0256" y="585198"/>
            <a:ext cx="5138928" cy="2608004"/>
          </a:xfrm>
          <a:prstGeom prst="rect">
            <a:avLst/>
          </a:prstGeom>
        </p:spPr>
      </p:pic>
      <p:pic>
        <p:nvPicPr>
          <p:cNvPr id="5" name="Content Placeholder 4" descr="A computer code with black text&#10;&#10;AI-generated content may be incorrect.">
            <a:extLst>
              <a:ext uri="{FF2B5EF4-FFF2-40B4-BE49-F238E27FC236}">
                <a16:creationId xmlns:a16="http://schemas.microsoft.com/office/drawing/2014/main" id="{9802589F-1623-7761-F790-1B1936A100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20256" y="3573681"/>
            <a:ext cx="5138928" cy="2453837"/>
          </a:xfrm>
          <a:prstGeom prst="rect">
            <a:avLst/>
          </a:prstGeom>
        </p:spPr>
      </p:pic>
    </p:spTree>
    <p:extLst>
      <p:ext uri="{BB962C8B-B14F-4D97-AF65-F5344CB8AC3E}">
        <p14:creationId xmlns:p14="http://schemas.microsoft.com/office/powerpoint/2010/main" val="4125323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Rectangle 3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1CD1DF-70FB-81FC-87AE-5293EAB56CA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Step 4: </a:t>
            </a:r>
            <a:br>
              <a:rPr lang="en-US" sz="2800" b="1" kern="1200">
                <a:solidFill>
                  <a:schemeClr val="tx1"/>
                </a:solidFill>
                <a:latin typeface="+mj-lt"/>
                <a:ea typeface="+mj-ea"/>
                <a:cs typeface="+mj-cs"/>
              </a:rPr>
            </a:br>
            <a:r>
              <a:rPr lang="en-US" sz="2800" b="1" kern="1200">
                <a:solidFill>
                  <a:schemeClr val="tx1"/>
                </a:solidFill>
                <a:latin typeface="+mj-lt"/>
                <a:ea typeface="+mj-ea"/>
                <a:cs typeface="+mj-cs"/>
              </a:rPr>
              <a:t>Linear regression results</a:t>
            </a:r>
          </a:p>
        </p:txBody>
      </p:sp>
      <p:sp>
        <p:nvSpPr>
          <p:cNvPr id="39" name="Rectangle: Rounded Corners 38">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4BCF530E-5EEE-8BC8-20BC-BA61A5660645}"/>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spcAft>
                <a:spcPts val="600"/>
              </a:spcAft>
            </a:pPr>
            <a:r>
              <a:rPr lang="en-US" sz="1700" kern="1200">
                <a:solidFill>
                  <a:schemeClr val="bg1"/>
                </a:solidFill>
                <a:latin typeface="+mn-lt"/>
                <a:ea typeface="+mn-ea"/>
                <a:cs typeface="+mn-cs"/>
              </a:rPr>
              <a:t>Fit linear regression to evaluate associations with lung cancer mortality.</a:t>
            </a:r>
          </a:p>
        </p:txBody>
      </p:sp>
      <p:pic>
        <p:nvPicPr>
          <p:cNvPr id="5" name="Content Placeholder 4" descr="A screenshot of a computer&#10;&#10;AI-generated content may be incorrect.">
            <a:extLst>
              <a:ext uri="{FF2B5EF4-FFF2-40B4-BE49-F238E27FC236}">
                <a16:creationId xmlns:a16="http://schemas.microsoft.com/office/drawing/2014/main" id="{9A6E1B30-2AD2-BB9E-C232-9B3CA49F95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1857" y="2082539"/>
            <a:ext cx="7257033" cy="4553788"/>
          </a:xfrm>
          <a:prstGeom prst="rect">
            <a:avLst/>
          </a:prstGeom>
        </p:spPr>
      </p:pic>
    </p:spTree>
    <p:extLst>
      <p:ext uri="{BB962C8B-B14F-4D97-AF65-F5344CB8AC3E}">
        <p14:creationId xmlns:p14="http://schemas.microsoft.com/office/powerpoint/2010/main" val="2105423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873662-8A2C-762E-7A5A-CB3F99140903}"/>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a:solidFill>
                  <a:schemeClr val="tx1"/>
                </a:solidFill>
                <a:latin typeface="+mj-lt"/>
                <a:ea typeface="+mj-ea"/>
                <a:cs typeface="+mj-cs"/>
              </a:rPr>
              <a:t>Step 5: Runtime before profiling</a:t>
            </a:r>
          </a:p>
        </p:txBody>
      </p:sp>
      <p:sp>
        <p:nvSpPr>
          <p:cNvPr id="23" name="Rectangle: Rounded Corners 2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5570B650-1DB3-80D9-CD6F-DF7A484DB985}"/>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spcAft>
                <a:spcPts val="600"/>
              </a:spcAft>
            </a:pPr>
            <a:r>
              <a:rPr lang="en-US" sz="2000" kern="1200" dirty="0">
                <a:solidFill>
                  <a:schemeClr val="bg1"/>
                </a:solidFill>
                <a:latin typeface="+mn-lt"/>
                <a:ea typeface="+mn-ea"/>
                <a:cs typeface="+mn-cs"/>
              </a:rPr>
              <a:t>Measured baseline runtime of linear regression.</a:t>
            </a:r>
          </a:p>
        </p:txBody>
      </p:sp>
      <p:pic>
        <p:nvPicPr>
          <p:cNvPr id="7" name="Content Placeholder 6" descr="A screenshot of a phone&#10;&#10;AI-generated content may be incorrect.">
            <a:extLst>
              <a:ext uri="{FF2B5EF4-FFF2-40B4-BE49-F238E27FC236}">
                <a16:creationId xmlns:a16="http://schemas.microsoft.com/office/drawing/2014/main" id="{4BD2CFCA-EB5D-ABAA-9711-F7F102B93F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6333" y="2194406"/>
            <a:ext cx="8939333" cy="3173461"/>
          </a:xfrm>
          <a:prstGeom prst="rect">
            <a:avLst/>
          </a:prstGeom>
        </p:spPr>
      </p:pic>
      <p:sp>
        <p:nvSpPr>
          <p:cNvPr id="3" name="TextBox 2">
            <a:extLst>
              <a:ext uri="{FF2B5EF4-FFF2-40B4-BE49-F238E27FC236}">
                <a16:creationId xmlns:a16="http://schemas.microsoft.com/office/drawing/2014/main" id="{9F7DD6A3-545E-DD45-E977-EB33ACCFB3EE}"/>
              </a:ext>
            </a:extLst>
          </p:cNvPr>
          <p:cNvSpPr txBox="1"/>
          <p:nvPr/>
        </p:nvSpPr>
        <p:spPr>
          <a:xfrm>
            <a:off x="1626332" y="5823300"/>
            <a:ext cx="8939333" cy="461665"/>
          </a:xfrm>
          <a:prstGeom prst="rect">
            <a:avLst/>
          </a:prstGeom>
          <a:noFill/>
        </p:spPr>
        <p:txBody>
          <a:bodyPr wrap="square" rtlCol="0">
            <a:spAutoFit/>
          </a:bodyPr>
          <a:lstStyle/>
          <a:p>
            <a:pPr algn="ctr"/>
            <a:r>
              <a:rPr lang="en-IN" sz="2400" dirty="0"/>
              <a:t>Baseline runtime measured using default data-loading method.</a:t>
            </a:r>
            <a:endParaRPr lang="en-US" sz="2400" dirty="0"/>
          </a:p>
        </p:txBody>
      </p:sp>
    </p:spTree>
    <p:extLst>
      <p:ext uri="{BB962C8B-B14F-4D97-AF65-F5344CB8AC3E}">
        <p14:creationId xmlns:p14="http://schemas.microsoft.com/office/powerpoint/2010/main" val="340517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671A65-055B-7658-B812-83C57355B7F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Step 6: Feature importance</a:t>
            </a:r>
            <a:br>
              <a:rPr lang="en-US" sz="2800" b="1" kern="1200">
                <a:solidFill>
                  <a:schemeClr val="tx1"/>
                </a:solidFill>
                <a:latin typeface="+mj-lt"/>
                <a:ea typeface="+mj-ea"/>
                <a:cs typeface="+mj-cs"/>
              </a:rPr>
            </a:br>
            <a:endParaRPr lang="en-US" sz="2800" kern="1200">
              <a:solidFill>
                <a:schemeClr val="tx1"/>
              </a:solidFill>
              <a:latin typeface="+mj-lt"/>
              <a:ea typeface="+mj-ea"/>
              <a:cs typeface="+mj-cs"/>
            </a:endParaRP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E47E6BE3-9E4E-8463-6EA1-5D7F63F31590}"/>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pPr>
            <a:r>
              <a:rPr lang="en-US" sz="1700" kern="1200">
                <a:solidFill>
                  <a:schemeClr val="bg1"/>
                </a:solidFill>
                <a:latin typeface="+mn-lt"/>
                <a:ea typeface="+mn-ea"/>
                <a:cs typeface="+mn-cs"/>
              </a:rPr>
              <a:t>Estimated feature importance using standardized regression coefficients.</a:t>
            </a:r>
          </a:p>
        </p:txBody>
      </p:sp>
      <p:pic>
        <p:nvPicPr>
          <p:cNvPr id="5" name="Content Placeholder 4" descr="A screenshot of a phone&#10;&#10;AI-generated content may be incorrect.">
            <a:extLst>
              <a:ext uri="{FF2B5EF4-FFF2-40B4-BE49-F238E27FC236}">
                <a16:creationId xmlns:a16="http://schemas.microsoft.com/office/drawing/2014/main" id="{895E62E7-B6C3-D96D-DB69-431713F65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572" y="2745857"/>
            <a:ext cx="11420856" cy="2883765"/>
          </a:xfrm>
          <a:prstGeom prst="rect">
            <a:avLst/>
          </a:prstGeom>
        </p:spPr>
      </p:pic>
    </p:spTree>
    <p:extLst>
      <p:ext uri="{BB962C8B-B14F-4D97-AF65-F5344CB8AC3E}">
        <p14:creationId xmlns:p14="http://schemas.microsoft.com/office/powerpoint/2010/main" val="2643216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E2EED-588C-25DD-ADC0-FE271291AFD1}"/>
              </a:ext>
            </a:extLst>
          </p:cNvPr>
          <p:cNvSpPr>
            <a:spLocks noGrp="1"/>
          </p:cNvSpPr>
          <p:nvPr>
            <p:ph type="title"/>
          </p:nvPr>
        </p:nvSpPr>
        <p:spPr>
          <a:xfrm>
            <a:off x="438913" y="274212"/>
            <a:ext cx="4832802" cy="1828908"/>
          </a:xfrm>
        </p:spPr>
        <p:txBody>
          <a:bodyPr vert="horz" lIns="91440" tIns="45720" rIns="91440" bIns="45720" rtlCol="0" anchor="ctr">
            <a:normAutofit fontScale="90000"/>
          </a:bodyPr>
          <a:lstStyle/>
          <a:p>
            <a:r>
              <a:rPr lang="en-US" sz="3400" b="1" dirty="0"/>
              <a:t>Step 7: Profiling results</a:t>
            </a:r>
            <a:br>
              <a:rPr lang="en-US" sz="3400" b="1" dirty="0"/>
            </a:br>
            <a:r>
              <a:rPr lang="en-US" sz="3400" b="1" dirty="0"/>
              <a:t>Flame Graph and Data tab</a:t>
            </a:r>
            <a:br>
              <a:rPr lang="en-US" sz="3400" b="1" dirty="0"/>
            </a:br>
            <a:endParaRPr lang="en-US" sz="3400" b="1" dirty="0"/>
          </a:p>
        </p:txBody>
      </p:sp>
      <p:sp>
        <p:nvSpPr>
          <p:cNvPr id="19" name="Rectangle 1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descr="A graph of a number of lines&#10;&#10;AI-generated content may be incorrect.">
            <a:extLst>
              <a:ext uri="{FF2B5EF4-FFF2-40B4-BE49-F238E27FC236}">
                <a16:creationId xmlns:a16="http://schemas.microsoft.com/office/drawing/2014/main" id="{7F62B24B-48D9-8EA4-1D3F-F8A9DB49A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17" y="3465576"/>
            <a:ext cx="11625072" cy="302064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BDDD926E-0EBF-FB42-C1BA-DD543CD72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17" y="2401810"/>
            <a:ext cx="11625072" cy="1865375"/>
          </a:xfrm>
          <a:prstGeom prst="rect">
            <a:avLst/>
          </a:prstGeom>
        </p:spPr>
      </p:pic>
      <p:sp>
        <p:nvSpPr>
          <p:cNvPr id="9" name="TextBox 8">
            <a:extLst>
              <a:ext uri="{FF2B5EF4-FFF2-40B4-BE49-F238E27FC236}">
                <a16:creationId xmlns:a16="http://schemas.microsoft.com/office/drawing/2014/main" id="{0C86C632-0BFE-C12D-AD9E-298C36DFB051}"/>
              </a:ext>
            </a:extLst>
          </p:cNvPr>
          <p:cNvSpPr txBox="1"/>
          <p:nvPr/>
        </p:nvSpPr>
        <p:spPr>
          <a:xfrm>
            <a:off x="5582612" y="694268"/>
            <a:ext cx="5903503" cy="1335766"/>
          </a:xfrm>
          <a:prstGeom prst="rect">
            <a:avLst/>
          </a:prstGeom>
        </p:spPr>
        <p:txBody>
          <a:bodyPr vert="horz" lIns="91440" tIns="45720" rIns="91440" bIns="45720" rtlCol="0">
            <a:normAutofit/>
          </a:bodyPr>
          <a:lstStyle/>
          <a:p>
            <a:pPr>
              <a:lnSpc>
                <a:spcPct val="90000"/>
              </a:lnSpc>
              <a:spcAft>
                <a:spcPts val="600"/>
              </a:spcAft>
            </a:pPr>
            <a:r>
              <a:rPr lang="en-US" sz="2400" dirty="0"/>
              <a:t>Profiled repeated model execution to identify time-consuming functions and performance bottlenecks.</a:t>
            </a:r>
          </a:p>
        </p:txBody>
      </p:sp>
    </p:spTree>
    <p:extLst>
      <p:ext uri="{BB962C8B-B14F-4D97-AF65-F5344CB8AC3E}">
        <p14:creationId xmlns:p14="http://schemas.microsoft.com/office/powerpoint/2010/main" val="302678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1DB841A-D44C-027E-FAC7-641CDA19B907}"/>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dirty="0">
                <a:solidFill>
                  <a:schemeClr val="tx1"/>
                </a:solidFill>
                <a:latin typeface="+mj-lt"/>
                <a:ea typeface="+mj-ea"/>
                <a:cs typeface="+mj-cs"/>
              </a:rPr>
              <a:t>Step 8: Runtime after Profiling</a:t>
            </a:r>
            <a:br>
              <a:rPr lang="en-US" sz="2800" b="1" kern="1200" dirty="0">
                <a:solidFill>
                  <a:schemeClr val="tx1"/>
                </a:solidFill>
                <a:latin typeface="+mj-lt"/>
                <a:ea typeface="+mj-ea"/>
                <a:cs typeface="+mj-cs"/>
              </a:rPr>
            </a:br>
            <a:endParaRPr lang="en-US" sz="2800" b="1" kern="1200" dirty="0">
              <a:solidFill>
                <a:schemeClr val="tx1"/>
              </a:solidFill>
              <a:latin typeface="+mj-lt"/>
              <a:ea typeface="+mj-ea"/>
              <a:cs typeface="+mj-cs"/>
            </a:endParaRP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48F5C215-3FBB-A343-FB55-B4C302360261}"/>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pPr>
            <a:r>
              <a:rPr lang="en-US" sz="2000" kern="1200" dirty="0">
                <a:solidFill>
                  <a:schemeClr val="bg1"/>
                </a:solidFill>
                <a:latin typeface="+mn-lt"/>
                <a:ea typeface="+mn-ea"/>
                <a:cs typeface="+mn-cs"/>
              </a:rPr>
              <a:t>Re-measured runtime after profiling for comparison.</a:t>
            </a:r>
          </a:p>
        </p:txBody>
      </p:sp>
      <p:pic>
        <p:nvPicPr>
          <p:cNvPr id="5" name="Content Placeholder 4" descr="A screenshot of a computer&#10;&#10;AI-generated content may be incorrect.">
            <a:extLst>
              <a:ext uri="{FF2B5EF4-FFF2-40B4-BE49-F238E27FC236}">
                <a16:creationId xmlns:a16="http://schemas.microsoft.com/office/drawing/2014/main" id="{528E49E7-D572-91B1-8F00-C952C2F16E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636" y="2139484"/>
            <a:ext cx="11300728" cy="4096512"/>
          </a:xfrm>
          <a:prstGeom prst="rect">
            <a:avLst/>
          </a:prstGeom>
        </p:spPr>
      </p:pic>
    </p:spTree>
    <p:extLst>
      <p:ext uri="{BB962C8B-B14F-4D97-AF65-F5344CB8AC3E}">
        <p14:creationId xmlns:p14="http://schemas.microsoft.com/office/powerpoint/2010/main" val="1430416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BC7545-4E5C-1245-E295-DF70E0F0E197}"/>
              </a:ext>
            </a:extLst>
          </p:cNvPr>
          <p:cNvSpPr>
            <a:spLocks noGrp="1"/>
          </p:cNvSpPr>
          <p:nvPr>
            <p:ph type="title"/>
          </p:nvPr>
        </p:nvSpPr>
        <p:spPr>
          <a:xfrm>
            <a:off x="1383564" y="348865"/>
            <a:ext cx="9718111" cy="1576446"/>
          </a:xfrm>
        </p:spPr>
        <p:txBody>
          <a:bodyPr anchor="ctr">
            <a:normAutofit/>
          </a:bodyPr>
          <a:lstStyle/>
          <a:p>
            <a:r>
              <a:rPr lang="en-IN" sz="4000" b="1" dirty="0">
                <a:solidFill>
                  <a:srgbClr val="FFFFFF"/>
                </a:solidFill>
              </a:rPr>
              <a:t>Runtime Comparison: </a:t>
            </a:r>
            <a:br>
              <a:rPr lang="en-IN" sz="4000" b="1" dirty="0">
                <a:solidFill>
                  <a:srgbClr val="FFFFFF"/>
                </a:solidFill>
              </a:rPr>
            </a:br>
            <a:r>
              <a:rPr lang="en-IN" sz="4000" b="1" dirty="0" err="1">
                <a:solidFill>
                  <a:srgbClr val="FFFFFF"/>
                </a:solidFill>
              </a:rPr>
              <a:t>read.csv</a:t>
            </a:r>
            <a:r>
              <a:rPr lang="en-IN" sz="4000" b="1" dirty="0">
                <a:solidFill>
                  <a:srgbClr val="FFFFFF"/>
                </a:solidFill>
              </a:rPr>
              <a:t> vs </a:t>
            </a:r>
            <a:r>
              <a:rPr lang="en-IN" sz="4000" b="1" dirty="0" err="1">
                <a:solidFill>
                  <a:srgbClr val="FFFFFF"/>
                </a:solidFill>
              </a:rPr>
              <a:t>fread</a:t>
            </a:r>
            <a:endParaRPr lang="en-US" sz="4000" b="1" dirty="0">
              <a:solidFill>
                <a:srgbClr val="FFFFFF"/>
              </a:solidFill>
            </a:endParaRPr>
          </a:p>
        </p:txBody>
      </p:sp>
      <p:graphicFrame>
        <p:nvGraphicFramePr>
          <p:cNvPr id="6" name="Rectangle 1">
            <a:extLst>
              <a:ext uri="{FF2B5EF4-FFF2-40B4-BE49-F238E27FC236}">
                <a16:creationId xmlns:a16="http://schemas.microsoft.com/office/drawing/2014/main" id="{9EC3AEDD-1758-42A6-F376-E90C60C28247}"/>
              </a:ext>
            </a:extLst>
          </p:cNvPr>
          <p:cNvGraphicFramePr>
            <a:graphicFrameLocks noGrp="1"/>
          </p:cNvGraphicFramePr>
          <p:nvPr>
            <p:ph idx="1"/>
            <p:extLst>
              <p:ext uri="{D42A27DB-BD31-4B8C-83A1-F6EECF244321}">
                <p14:modId xmlns:p14="http://schemas.microsoft.com/office/powerpoint/2010/main" val="3616857477"/>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648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B80D6D-92E9-B125-7936-989A7FED7D04}"/>
              </a:ext>
            </a:extLst>
          </p:cNvPr>
          <p:cNvSpPr>
            <a:spLocks noGrp="1"/>
          </p:cNvSpPr>
          <p:nvPr>
            <p:ph type="title"/>
          </p:nvPr>
        </p:nvSpPr>
        <p:spPr>
          <a:xfrm>
            <a:off x="1383564" y="348865"/>
            <a:ext cx="9718111" cy="1576446"/>
          </a:xfrm>
        </p:spPr>
        <p:txBody>
          <a:bodyPr anchor="ctr">
            <a:normAutofit/>
          </a:bodyPr>
          <a:lstStyle/>
          <a:p>
            <a:r>
              <a:rPr lang="en-US" sz="4000" b="1" dirty="0">
                <a:solidFill>
                  <a:srgbClr val="FFFFFF"/>
                </a:solidFill>
              </a:rPr>
              <a:t>Conclusion :</a:t>
            </a:r>
          </a:p>
        </p:txBody>
      </p:sp>
      <p:graphicFrame>
        <p:nvGraphicFramePr>
          <p:cNvPr id="6" name="Content Placeholder 3">
            <a:extLst>
              <a:ext uri="{FF2B5EF4-FFF2-40B4-BE49-F238E27FC236}">
                <a16:creationId xmlns:a16="http://schemas.microsoft.com/office/drawing/2014/main" id="{6D7682C6-0223-B6C5-377F-40003E84F459}"/>
              </a:ext>
            </a:extLst>
          </p:cNvPr>
          <p:cNvGraphicFramePr>
            <a:graphicFrameLocks noGrp="1"/>
          </p:cNvGraphicFramePr>
          <p:nvPr>
            <p:ph idx="1"/>
            <p:extLst>
              <p:ext uri="{D42A27DB-BD31-4B8C-83A1-F6EECF244321}">
                <p14:modId xmlns:p14="http://schemas.microsoft.com/office/powerpoint/2010/main" val="178776636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7056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23" name="Picture 22" descr="Hexagon wall decor">
            <a:extLst>
              <a:ext uri="{FF2B5EF4-FFF2-40B4-BE49-F238E27FC236}">
                <a16:creationId xmlns:a16="http://schemas.microsoft.com/office/drawing/2014/main" id="{D059AF58-DE58-A75F-F9AB-911D52AF7281}"/>
              </a:ext>
            </a:extLst>
          </p:cNvPr>
          <p:cNvPicPr>
            <a:picLocks noChangeAspect="1"/>
          </p:cNvPicPr>
          <p:nvPr/>
        </p:nvPicPr>
        <p:blipFill>
          <a:blip r:embed="rId2"/>
          <a:srcRect r="-1" b="15708"/>
          <a:stretch>
            <a:fillRect/>
          </a:stretch>
        </p:blipFill>
        <p:spPr>
          <a:xfrm>
            <a:off x="1524" y="10"/>
            <a:ext cx="12188952" cy="6857990"/>
          </a:xfrm>
          <a:prstGeom prst="rect">
            <a:avLst/>
          </a:prstGeom>
        </p:spPr>
      </p:pic>
      <p:sp>
        <p:nvSpPr>
          <p:cNvPr id="50" name="Freeform: Shape 49">
            <a:extLst>
              <a:ext uri="{FF2B5EF4-FFF2-40B4-BE49-F238E27FC236}">
                <a16:creationId xmlns:a16="http://schemas.microsoft.com/office/drawing/2014/main" id="{F6DD4703-FD80-4610-ACE9-01DCD86D8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7853" y="0"/>
            <a:ext cx="10256294"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9CEFCBC2-6F82-4011-8D8D-90F43DCB1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08571" y="0"/>
            <a:ext cx="9958950"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E9DED9E-DE30-402A-B9D1-AC3C24025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8673" y="-35602"/>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6" name="Freeform: Shape 55">
            <a:extLst>
              <a:ext uri="{FF2B5EF4-FFF2-40B4-BE49-F238E27FC236}">
                <a16:creationId xmlns:a16="http://schemas.microsoft.com/office/drawing/2014/main" id="{5CCB7C65-BA06-49C5-8D3C-51F97B409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75235" y="-35602"/>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D9D34A2D-A2E4-9578-355C-13FF5A906C6B}"/>
              </a:ext>
            </a:extLst>
          </p:cNvPr>
          <p:cNvSpPr>
            <a:spLocks noGrp="1"/>
          </p:cNvSpPr>
          <p:nvPr>
            <p:ph type="title"/>
          </p:nvPr>
        </p:nvSpPr>
        <p:spPr>
          <a:xfrm>
            <a:off x="2190750" y="1346268"/>
            <a:ext cx="7810500" cy="2661189"/>
          </a:xfrm>
        </p:spPr>
        <p:txBody>
          <a:bodyPr vert="horz" lIns="91440" tIns="45720" rIns="91440" bIns="45720" rtlCol="0" anchor="b">
            <a:normAutofit/>
          </a:bodyPr>
          <a:lstStyle/>
          <a:p>
            <a:pPr algn="ctr"/>
            <a:r>
              <a:rPr lang="en-US" sz="4700"/>
              <a:t>Performance Analysis of Random Forest Models Before and After Dask Parallelization</a:t>
            </a:r>
          </a:p>
        </p:txBody>
      </p:sp>
    </p:spTree>
    <p:extLst>
      <p:ext uri="{BB962C8B-B14F-4D97-AF65-F5344CB8AC3E}">
        <p14:creationId xmlns:p14="http://schemas.microsoft.com/office/powerpoint/2010/main" val="1730800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909EB4-B540-EBBF-EF6C-E063DC79B262}"/>
              </a:ext>
            </a:extLst>
          </p:cNvPr>
          <p:cNvSpPr>
            <a:spLocks noGrp="1"/>
          </p:cNvSpPr>
          <p:nvPr>
            <p:ph type="title"/>
          </p:nvPr>
        </p:nvSpPr>
        <p:spPr>
          <a:xfrm>
            <a:off x="630936" y="639520"/>
            <a:ext cx="3429000" cy="1719072"/>
          </a:xfrm>
        </p:spPr>
        <p:txBody>
          <a:bodyPr anchor="b">
            <a:normAutofit/>
          </a:bodyPr>
          <a:lstStyle/>
          <a:p>
            <a:r>
              <a:rPr lang="en-US" sz="5400"/>
              <a:t>Feature Selection</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E26499-D282-F799-D4C7-DC052C5D85D7}"/>
              </a:ext>
            </a:extLst>
          </p:cNvPr>
          <p:cNvSpPr>
            <a:spLocks noGrp="1"/>
          </p:cNvSpPr>
          <p:nvPr>
            <p:ph idx="1"/>
          </p:nvPr>
        </p:nvSpPr>
        <p:spPr>
          <a:xfrm>
            <a:off x="630936" y="2807208"/>
            <a:ext cx="3429000" cy="3410712"/>
          </a:xfrm>
        </p:spPr>
        <p:txBody>
          <a:bodyPr anchor="t">
            <a:normAutofit/>
          </a:bodyPr>
          <a:lstStyle/>
          <a:p>
            <a:pPr marL="0" indent="0">
              <a:buNone/>
            </a:pPr>
            <a:r>
              <a:rPr lang="en-IN" sz="2200"/>
              <a:t>Predictor variables:</a:t>
            </a:r>
          </a:p>
          <a:p>
            <a:r>
              <a:rPr lang="en-IN" sz="2200"/>
              <a:t>ED_visits</a:t>
            </a:r>
          </a:p>
          <a:p>
            <a:r>
              <a:rPr lang="en-IN" sz="2200"/>
              <a:t>ED_hosp</a:t>
            </a:r>
          </a:p>
          <a:p>
            <a:r>
              <a:rPr lang="en-IN" sz="2200"/>
              <a:t>Asthma_use</a:t>
            </a:r>
          </a:p>
          <a:p>
            <a:r>
              <a:rPr lang="en-IN" sz="2200"/>
              <a:t>Total_members</a:t>
            </a:r>
          </a:p>
          <a:p>
            <a:pPr marL="0" indent="0">
              <a:buNone/>
            </a:pPr>
            <a:endParaRPr lang="en-IN" sz="2200"/>
          </a:p>
          <a:p>
            <a:pPr marL="0" indent="0">
              <a:buNone/>
            </a:pPr>
            <a:r>
              <a:rPr lang="en-IN" sz="2200"/>
              <a:t>Target variable:</a:t>
            </a:r>
          </a:p>
          <a:p>
            <a:r>
              <a:rPr lang="en-IN" sz="2200"/>
              <a:t>UC_visits</a:t>
            </a:r>
          </a:p>
          <a:p>
            <a:pPr marL="0" indent="0">
              <a:buNone/>
            </a:pPr>
            <a:endParaRPr lang="en-US" sz="2200"/>
          </a:p>
        </p:txBody>
      </p:sp>
      <p:pic>
        <p:nvPicPr>
          <p:cNvPr id="5" name="Picture 4" descr="A screenshot of a computer&#10;&#10;AI-generated content may be incorrect.">
            <a:extLst>
              <a:ext uri="{FF2B5EF4-FFF2-40B4-BE49-F238E27FC236}">
                <a16:creationId xmlns:a16="http://schemas.microsoft.com/office/drawing/2014/main" id="{6B1F85E7-D700-E40C-3716-EFFFEE206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555" y="2998112"/>
            <a:ext cx="8141917" cy="2971800"/>
          </a:xfrm>
          <a:prstGeom prst="rect">
            <a:avLst/>
          </a:prstGeom>
        </p:spPr>
      </p:pic>
    </p:spTree>
    <p:extLst>
      <p:ext uri="{BB962C8B-B14F-4D97-AF65-F5344CB8AC3E}">
        <p14:creationId xmlns:p14="http://schemas.microsoft.com/office/powerpoint/2010/main" val="3063631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8167-D041-11AE-45C4-44161DF6572B}"/>
              </a:ext>
            </a:extLst>
          </p:cNvPr>
          <p:cNvSpPr>
            <a:spLocks noGrp="1"/>
          </p:cNvSpPr>
          <p:nvPr>
            <p:ph type="title"/>
          </p:nvPr>
        </p:nvSpPr>
        <p:spPr/>
        <p:txBody>
          <a:bodyPr/>
          <a:lstStyle/>
          <a:p>
            <a:r>
              <a:rPr lang="en-IN" dirty="0"/>
              <a:t>Data Splitting</a:t>
            </a:r>
            <a:endParaRPr lang="en-US" dirty="0"/>
          </a:p>
        </p:txBody>
      </p:sp>
      <p:sp>
        <p:nvSpPr>
          <p:cNvPr id="3" name="Content Placeholder 2">
            <a:extLst>
              <a:ext uri="{FF2B5EF4-FFF2-40B4-BE49-F238E27FC236}">
                <a16:creationId xmlns:a16="http://schemas.microsoft.com/office/drawing/2014/main" id="{41329886-4341-F1BC-87A6-6006F75E26FA}"/>
              </a:ext>
            </a:extLst>
          </p:cNvPr>
          <p:cNvSpPr>
            <a:spLocks noGrp="1"/>
          </p:cNvSpPr>
          <p:nvPr>
            <p:ph idx="1"/>
          </p:nvPr>
        </p:nvSpPr>
        <p:spPr>
          <a:xfrm>
            <a:off x="838200" y="1825625"/>
            <a:ext cx="10515600" cy="1603375"/>
          </a:xfrm>
        </p:spPr>
        <p:txBody>
          <a:bodyPr/>
          <a:lstStyle/>
          <a:p>
            <a:pPr marL="0" indent="0">
              <a:buNone/>
            </a:pPr>
            <a:r>
              <a:rPr lang="en-IN" dirty="0"/>
              <a:t>The dataset was split into training and testing sets.</a:t>
            </a:r>
          </a:p>
          <a:p>
            <a:r>
              <a:rPr lang="en-IN" dirty="0"/>
              <a:t>Training data: 80%</a:t>
            </a:r>
          </a:p>
          <a:p>
            <a:r>
              <a:rPr lang="en-IN" dirty="0"/>
              <a:t>Testing data: 20%</a:t>
            </a:r>
          </a:p>
          <a:p>
            <a:endParaRPr lang="en-US" dirty="0"/>
          </a:p>
        </p:txBody>
      </p:sp>
      <p:pic>
        <p:nvPicPr>
          <p:cNvPr id="7" name="Picture 6" descr="A screenshot of a computer code&#10;&#10;AI-generated content may be incorrect.">
            <a:extLst>
              <a:ext uri="{FF2B5EF4-FFF2-40B4-BE49-F238E27FC236}">
                <a16:creationId xmlns:a16="http://schemas.microsoft.com/office/drawing/2014/main" id="{922FDEF4-BF48-8CAD-82D8-F97F4FBA7B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203" y="4056633"/>
            <a:ext cx="8975594" cy="1603375"/>
          </a:xfrm>
          <a:prstGeom prst="rect">
            <a:avLst/>
          </a:prstGeom>
        </p:spPr>
      </p:pic>
    </p:spTree>
    <p:extLst>
      <p:ext uri="{BB962C8B-B14F-4D97-AF65-F5344CB8AC3E}">
        <p14:creationId xmlns:p14="http://schemas.microsoft.com/office/powerpoint/2010/main" val="1048773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BFE8A-EBE4-A1BB-3B2F-C927403DCCC2}"/>
              </a:ext>
            </a:extLst>
          </p:cNvPr>
          <p:cNvSpPr>
            <a:spLocks noGrp="1"/>
          </p:cNvSpPr>
          <p:nvPr>
            <p:ph type="title"/>
          </p:nvPr>
        </p:nvSpPr>
        <p:spPr>
          <a:xfrm>
            <a:off x="1171074" y="1396686"/>
            <a:ext cx="3240506" cy="4064628"/>
          </a:xfrm>
        </p:spPr>
        <p:txBody>
          <a:bodyPr vert="horz" lIns="91440" tIns="45720" rIns="91440" bIns="45720" rtlCol="0">
            <a:normAutofit/>
          </a:bodyPr>
          <a:lstStyle/>
          <a:p>
            <a:r>
              <a:rPr lang="en-US" sz="4100" kern="1200">
                <a:solidFill>
                  <a:srgbClr val="FFFFFF"/>
                </a:solidFill>
                <a:latin typeface="+mj-lt"/>
                <a:ea typeface="+mj-ea"/>
                <a:cs typeface="+mj-cs"/>
              </a:rPr>
              <a:t>Random Forest Before Parallelization</a:t>
            </a:r>
          </a:p>
        </p:txBody>
      </p:sp>
      <p:sp>
        <p:nvSpPr>
          <p:cNvPr id="28" name="Arc 27">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159CAA5-902E-DC90-484D-058E0451ECFB}"/>
              </a:ext>
            </a:extLst>
          </p:cNvPr>
          <p:cNvSpPr>
            <a:spLocks noGrp="1"/>
          </p:cNvSpPr>
          <p:nvPr>
            <p:ph idx="1"/>
          </p:nvPr>
        </p:nvSpPr>
        <p:spPr>
          <a:xfrm>
            <a:off x="5370153" y="1526033"/>
            <a:ext cx="5536397" cy="4619938"/>
          </a:xfrm>
        </p:spPr>
        <p:txBody>
          <a:bodyPr vert="horz" lIns="91440" tIns="45720" rIns="91440" bIns="45720" rtlCol="0">
            <a:normAutofit lnSpcReduction="10000"/>
          </a:bodyPr>
          <a:lstStyle/>
          <a:p>
            <a:pPr marL="0" indent="0">
              <a:buNone/>
            </a:pPr>
            <a:r>
              <a:rPr lang="en-IN" dirty="0"/>
              <a:t>The Random Forest model was trained sequentially using a single processor to establish baseline runtime performance.</a:t>
            </a:r>
          </a:p>
          <a:p>
            <a:pPr marL="0" indent="0">
              <a:buNone/>
            </a:pPr>
            <a:endParaRPr lang="en-IN" kern="1200" dirty="0">
              <a:latin typeface="+mn-lt"/>
              <a:ea typeface="+mn-ea"/>
              <a:cs typeface="+mn-cs"/>
            </a:endParaRPr>
          </a:p>
          <a:p>
            <a:pPr marL="0" indent="0">
              <a:buNone/>
            </a:pPr>
            <a:r>
              <a:rPr lang="en-IN" dirty="0"/>
              <a:t>Serial times :</a:t>
            </a:r>
          </a:p>
          <a:p>
            <a:pPr marL="0" indent="0">
              <a:buNone/>
            </a:pPr>
            <a:r>
              <a:rPr lang="en-IN" dirty="0"/>
              <a:t>[0.052306175231933594, 0.037811994552612305, 0.012962102890014648, 0.011115789413452148, 0.018572092056274414]</a:t>
            </a:r>
          </a:p>
          <a:p>
            <a:pPr marL="0" indent="0">
              <a:buNone/>
            </a:pPr>
            <a:endParaRPr lang="en-US" kern="1200" dirty="0">
              <a:latin typeface="+mn-lt"/>
              <a:ea typeface="+mn-ea"/>
              <a:cs typeface="+mn-cs"/>
            </a:endParaRPr>
          </a:p>
        </p:txBody>
      </p:sp>
    </p:spTree>
    <p:extLst>
      <p:ext uri="{BB962C8B-B14F-4D97-AF65-F5344CB8AC3E}">
        <p14:creationId xmlns:p14="http://schemas.microsoft.com/office/powerpoint/2010/main" val="2148812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AACCEE51-7EBE-1C38-26C9-54B001D9A3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1884" y="1308844"/>
            <a:ext cx="9030553" cy="3950866"/>
          </a:xfrm>
          <a:prstGeom prst="rect">
            <a:avLst/>
          </a:prstGeom>
        </p:spPr>
      </p:pic>
      <p:sp>
        <p:nvSpPr>
          <p:cNvPr id="2" name="Off-page Connector 1">
            <a:extLst>
              <a:ext uri="{FF2B5EF4-FFF2-40B4-BE49-F238E27FC236}">
                <a16:creationId xmlns:a16="http://schemas.microsoft.com/office/drawing/2014/main" id="{E1C58F54-2357-E266-5379-8DDE69B08EFD}"/>
              </a:ext>
            </a:extLst>
          </p:cNvPr>
          <p:cNvSpPr/>
          <p:nvPr/>
        </p:nvSpPr>
        <p:spPr>
          <a:xfrm rot="16200000">
            <a:off x="713377" y="1737558"/>
            <a:ext cx="1971676" cy="2805343"/>
          </a:xfrm>
          <a:prstGeom prst="flowChartOffpage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713C176-3B77-2DD2-70F7-C4B3D2057FA7}"/>
              </a:ext>
            </a:extLst>
          </p:cNvPr>
          <p:cNvSpPr txBox="1"/>
          <p:nvPr/>
        </p:nvSpPr>
        <p:spPr>
          <a:xfrm>
            <a:off x="1108094" y="2488019"/>
            <a:ext cx="1313307" cy="1190553"/>
          </a:xfrm>
          <a:prstGeom prst="rect">
            <a:avLst/>
          </a:prstGeom>
        </p:spPr>
        <p:txBody>
          <a:bodyPr vert="horz" lIns="91440" tIns="45720" rIns="91440" bIns="45720" rtlCol="0" anchor="ctr">
            <a:normAutofit/>
          </a:bodyPr>
          <a:lstStyle/>
          <a:p>
            <a:pPr>
              <a:lnSpc>
                <a:spcPct val="90000"/>
              </a:lnSpc>
              <a:spcAft>
                <a:spcPts val="600"/>
              </a:spcAft>
            </a:pPr>
            <a:r>
              <a:rPr lang="en-US" sz="2000" dirty="0">
                <a:solidFill>
                  <a:schemeClr val="bg1"/>
                </a:solidFill>
              </a:rPr>
              <a:t>Code </a:t>
            </a:r>
          </a:p>
          <a:p>
            <a:pPr>
              <a:lnSpc>
                <a:spcPct val="90000"/>
              </a:lnSpc>
              <a:spcAft>
                <a:spcPts val="600"/>
              </a:spcAft>
            </a:pPr>
            <a:r>
              <a:rPr lang="en-US" sz="2000" dirty="0">
                <a:solidFill>
                  <a:schemeClr val="bg1"/>
                </a:solidFill>
              </a:rPr>
              <a:t>Snippet :</a:t>
            </a:r>
          </a:p>
        </p:txBody>
      </p:sp>
    </p:spTree>
    <p:extLst>
      <p:ext uri="{BB962C8B-B14F-4D97-AF65-F5344CB8AC3E}">
        <p14:creationId xmlns:p14="http://schemas.microsoft.com/office/powerpoint/2010/main" val="4288717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6452995-1872-B93B-04AE-9EA00F4E7CDB}"/>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kern="1200">
                <a:solidFill>
                  <a:schemeClr val="tx1"/>
                </a:solidFill>
                <a:latin typeface="+mj-lt"/>
                <a:ea typeface="+mj-ea"/>
                <a:cs typeface="+mj-cs"/>
              </a:rPr>
              <a:t>Runtime Before Dask :</a:t>
            </a:r>
          </a:p>
        </p:txBody>
      </p:sp>
      <p:sp>
        <p:nvSpPr>
          <p:cNvPr id="3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804770C3-0270-BF0B-38A5-2BBA45D9CE46}"/>
              </a:ext>
            </a:extLst>
          </p:cNvPr>
          <p:cNvSpPr txBox="1">
            <a:spLocks noGrp="1"/>
          </p:cNvSpPr>
          <p:nvPr>
            <p:ph idx="1"/>
          </p:nvPr>
        </p:nvSpPr>
        <p:spPr>
          <a:xfrm>
            <a:off x="630936" y="2807208"/>
            <a:ext cx="3429000" cy="4050792"/>
          </a:xfrm>
          <a:prstGeom prst="rect">
            <a:avLst/>
          </a:prstGeom>
        </p:spPr>
        <p:txBody>
          <a:bodyPr vert="horz" lIns="91440" tIns="45720" rIns="91440" bIns="45720" rtlCol="0" anchor="t">
            <a:normAutofit/>
          </a:bodyPr>
          <a:lstStyle/>
          <a:p>
            <a:pPr>
              <a:spcBef>
                <a:spcPct val="0"/>
              </a:spcBef>
              <a:spcAft>
                <a:spcPts val="600"/>
              </a:spcAft>
            </a:pPr>
            <a:r>
              <a:rPr lang="en-US" sz="1800" dirty="0"/>
              <a:t>The graph shows runtime measurements across multiple trials using the serial Random Forest model.</a:t>
            </a:r>
          </a:p>
          <a:p>
            <a:pPr>
              <a:spcBef>
                <a:spcPct val="0"/>
              </a:spcBef>
              <a:spcAft>
                <a:spcPts val="600"/>
              </a:spcAft>
            </a:pPr>
            <a:r>
              <a:rPr lang="en-US" sz="1800" dirty="0"/>
              <a:t>The Random Forest model was executed sequentially using a single processor. The runtime across multiple trials shows the baseline execution time when parallel computing is not applied. Since all computations are performed sequentially, the model requires more time to complete training.</a:t>
            </a:r>
          </a:p>
        </p:txBody>
      </p:sp>
      <p:pic>
        <p:nvPicPr>
          <p:cNvPr id="5" name="Picture 4" descr="A graph with a line&#10;&#10;AI-generated content may be incorrect.">
            <a:extLst>
              <a:ext uri="{FF2B5EF4-FFF2-40B4-BE49-F238E27FC236}">
                <a16:creationId xmlns:a16="http://schemas.microsoft.com/office/drawing/2014/main" id="{86061F67-6247-5487-34E3-83123EF5D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6673" y="1349254"/>
            <a:ext cx="7601343" cy="4579809"/>
          </a:xfrm>
          <a:prstGeom prst="rect">
            <a:avLst/>
          </a:prstGeom>
        </p:spPr>
      </p:pic>
    </p:spTree>
    <p:extLst>
      <p:ext uri="{BB962C8B-B14F-4D97-AF65-F5344CB8AC3E}">
        <p14:creationId xmlns:p14="http://schemas.microsoft.com/office/powerpoint/2010/main" val="4143058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5DB0AA-7535-03DB-A9B0-C3E16FDA3F2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Dask Distributed Computing</a:t>
            </a:r>
          </a:p>
        </p:txBody>
      </p:sp>
      <p:sp>
        <p:nvSpPr>
          <p:cNvPr id="3" name="Content Placeholder 2">
            <a:extLst>
              <a:ext uri="{FF2B5EF4-FFF2-40B4-BE49-F238E27FC236}">
                <a16:creationId xmlns:a16="http://schemas.microsoft.com/office/drawing/2014/main" id="{032CF681-000D-110A-63B1-C1D6F987E1BD}"/>
              </a:ext>
            </a:extLst>
          </p:cNvPr>
          <p:cNvSpPr>
            <a:spLocks noGrp="1"/>
          </p:cNvSpPr>
          <p:nvPr>
            <p:ph idx="1"/>
          </p:nvPr>
        </p:nvSpPr>
        <p:spPr>
          <a:xfrm>
            <a:off x="638881" y="1809541"/>
            <a:ext cx="10909643" cy="687406"/>
          </a:xfrm>
        </p:spPr>
        <p:txBody>
          <a:bodyPr vert="horz" lIns="91440" tIns="45720" rIns="91440" bIns="45720" rtlCol="0" anchor="ctr">
            <a:normAutofit/>
          </a:bodyPr>
          <a:lstStyle/>
          <a:p>
            <a:pPr marL="0" indent="0" algn="ctr">
              <a:buNone/>
            </a:pPr>
            <a:r>
              <a:rPr lang="en-US" sz="2200" kern="1200">
                <a:solidFill>
                  <a:schemeClr val="tx1"/>
                </a:solidFill>
                <a:latin typeface="+mn-lt"/>
                <a:ea typeface="+mn-ea"/>
                <a:cs typeface="+mn-cs"/>
              </a:rPr>
              <a:t>Dask enables distributed computing by parallelizing tasks across multiple CPU cores.</a:t>
            </a:r>
          </a:p>
        </p:txBody>
      </p:sp>
      <p:sp>
        <p:nvSpPr>
          <p:cNvPr id="4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F500EC5E-BCE2-2976-BDF0-0D6C800F23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131" y="2633472"/>
            <a:ext cx="7510690" cy="3586353"/>
          </a:xfrm>
          <a:prstGeom prst="rect">
            <a:avLst/>
          </a:prstGeom>
        </p:spPr>
      </p:pic>
    </p:spTree>
    <p:extLst>
      <p:ext uri="{BB962C8B-B14F-4D97-AF65-F5344CB8AC3E}">
        <p14:creationId xmlns:p14="http://schemas.microsoft.com/office/powerpoint/2010/main" val="2148181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6CF6F2-B9C3-7011-C85E-B78930FC2669}"/>
              </a:ext>
            </a:extLst>
          </p:cNvPr>
          <p:cNvSpPr>
            <a:spLocks noGrp="1"/>
          </p:cNvSpPr>
          <p:nvPr>
            <p:ph type="title"/>
          </p:nvPr>
        </p:nvSpPr>
        <p:spPr>
          <a:xfrm>
            <a:off x="1171074" y="1396686"/>
            <a:ext cx="3240506" cy="4064628"/>
          </a:xfrm>
        </p:spPr>
        <p:txBody>
          <a:bodyPr>
            <a:normAutofit/>
          </a:bodyPr>
          <a:lstStyle/>
          <a:p>
            <a:r>
              <a:rPr lang="en-IN" sz="4100">
                <a:solidFill>
                  <a:srgbClr val="FFFFFF"/>
                </a:solidFill>
              </a:rPr>
              <a:t>Random Forest After Parallelization</a:t>
            </a:r>
            <a:endParaRPr lang="en-US" sz="4100">
              <a:solidFill>
                <a:srgbClr val="FFFFFF"/>
              </a:solidFill>
            </a:endParaRPr>
          </a:p>
        </p:txBody>
      </p:sp>
      <p:sp>
        <p:nvSpPr>
          <p:cNvPr id="34" name="Arc 33">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49D4CBE-DE40-D6F5-A853-DF9F6BC79AD4}"/>
              </a:ext>
            </a:extLst>
          </p:cNvPr>
          <p:cNvSpPr>
            <a:spLocks noGrp="1"/>
          </p:cNvSpPr>
          <p:nvPr>
            <p:ph idx="1"/>
          </p:nvPr>
        </p:nvSpPr>
        <p:spPr>
          <a:xfrm>
            <a:off x="5370153" y="1526033"/>
            <a:ext cx="5536397" cy="3935281"/>
          </a:xfrm>
        </p:spPr>
        <p:txBody>
          <a:bodyPr>
            <a:normAutofit/>
          </a:bodyPr>
          <a:lstStyle/>
          <a:p>
            <a:r>
              <a:rPr lang="en-IN" sz="2000" dirty="0"/>
              <a:t>The Random Forest model was trained using </a:t>
            </a:r>
            <a:r>
              <a:rPr lang="en-IN" sz="2000" dirty="0" err="1"/>
              <a:t>Dask</a:t>
            </a:r>
            <a:r>
              <a:rPr lang="en-IN" sz="2000" dirty="0"/>
              <a:t> parallelization. Tasks were distributed across multiple processors, reducing runtime compared to the serial implementation while maintaining similar model performance.</a:t>
            </a:r>
          </a:p>
          <a:p>
            <a:pPr marL="0" indent="0">
              <a:buNone/>
            </a:pPr>
            <a:r>
              <a:rPr lang="en-US" sz="2000" dirty="0"/>
              <a:t>Parallel times:</a:t>
            </a:r>
          </a:p>
          <a:p>
            <a:pPr marL="0" indent="0">
              <a:buNone/>
            </a:pPr>
            <a:r>
              <a:rPr lang="en-IN" sz="2000" dirty="0"/>
              <a:t>[3.8781306743621826, </a:t>
            </a:r>
          </a:p>
          <a:p>
            <a:pPr marL="0" indent="0">
              <a:buNone/>
            </a:pPr>
            <a:r>
              <a:rPr lang="en-IN" sz="2000" dirty="0"/>
              <a:t>2.897542715072632, </a:t>
            </a:r>
          </a:p>
          <a:p>
            <a:pPr marL="0" indent="0">
              <a:buNone/>
            </a:pPr>
            <a:r>
              <a:rPr lang="en-IN" sz="2000" dirty="0"/>
              <a:t>0.10556530952453613, </a:t>
            </a:r>
          </a:p>
          <a:p>
            <a:pPr marL="0" indent="0">
              <a:buNone/>
            </a:pPr>
            <a:r>
              <a:rPr lang="en-IN" sz="2000" dirty="0"/>
              <a:t>0.11248111724853516, </a:t>
            </a:r>
          </a:p>
          <a:p>
            <a:pPr marL="0" indent="0">
              <a:buNone/>
            </a:pPr>
            <a:r>
              <a:rPr lang="en-IN" sz="2000" dirty="0"/>
              <a:t>0.18306994438171387]</a:t>
            </a:r>
          </a:p>
          <a:p>
            <a:pPr marL="0" indent="0">
              <a:buNone/>
            </a:pPr>
            <a:endParaRPr lang="en-IN" sz="2000" dirty="0"/>
          </a:p>
        </p:txBody>
      </p:sp>
    </p:spTree>
    <p:extLst>
      <p:ext uri="{BB962C8B-B14F-4D97-AF65-F5344CB8AC3E}">
        <p14:creationId xmlns:p14="http://schemas.microsoft.com/office/powerpoint/2010/main" val="1382497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49331BB-F3C4-B81C-AD26-6E40DA4A0F1F}"/>
              </a:ext>
            </a:extLst>
          </p:cNvPr>
          <p:cNvSpPr txBox="1">
            <a:spLocks noGrp="1"/>
          </p:cNvSpPr>
          <p:nvPr>
            <p:ph type="title"/>
          </p:nvPr>
        </p:nvSpPr>
        <p:spPr>
          <a:xfrm>
            <a:off x="1028700" y="1967266"/>
            <a:ext cx="2628900" cy="2547257"/>
          </a:xfrm>
          <a:prstGeom prst="rect">
            <a:avLst/>
          </a:prstGeo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Code Snippet :</a:t>
            </a:r>
          </a:p>
        </p:txBody>
      </p:sp>
      <p:pic>
        <p:nvPicPr>
          <p:cNvPr id="8" name="Picture 7" descr="A screenshot of a computer program&#10;&#10;AI-generated content may be incorrect.">
            <a:extLst>
              <a:ext uri="{FF2B5EF4-FFF2-40B4-BE49-F238E27FC236}">
                <a16:creationId xmlns:a16="http://schemas.microsoft.com/office/drawing/2014/main" id="{E350816F-8398-8284-258F-6230F781E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181730"/>
            <a:ext cx="6780700" cy="4492211"/>
          </a:xfrm>
          <a:prstGeom prst="rect">
            <a:avLst/>
          </a:prstGeom>
        </p:spPr>
      </p:pic>
    </p:spTree>
    <p:extLst>
      <p:ext uri="{BB962C8B-B14F-4D97-AF65-F5344CB8AC3E}">
        <p14:creationId xmlns:p14="http://schemas.microsoft.com/office/powerpoint/2010/main" val="1145641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CF4DB7-5AB6-3B10-841B-CEB783FF1FD4}"/>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Random Forest Runtime After Dask</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E41C165-5C44-E28F-5849-AB1CF2E307A4}"/>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After applying Dask parallelization, the Random Forest model was executed across multiple CPU cores. The runtime for each trial decreased compared to the serial implementation. Parallel execution distributes tasks across processors, improving computational efficiency.</a:t>
            </a:r>
          </a:p>
        </p:txBody>
      </p:sp>
      <p:pic>
        <p:nvPicPr>
          <p:cNvPr id="5" name="Content Placeholder 4" descr="A graph with a green line&#10;&#10;AI-generated content may be incorrect.">
            <a:extLst>
              <a:ext uri="{FF2B5EF4-FFF2-40B4-BE49-F238E27FC236}">
                <a16:creationId xmlns:a16="http://schemas.microsoft.com/office/drawing/2014/main" id="{57842C27-5431-A2D9-8475-73114C0C0C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54296" y="1254329"/>
            <a:ext cx="6903720" cy="4349342"/>
          </a:xfrm>
          <a:prstGeom prst="rect">
            <a:avLst/>
          </a:prstGeom>
        </p:spPr>
      </p:pic>
    </p:spTree>
    <p:extLst>
      <p:ext uri="{BB962C8B-B14F-4D97-AF65-F5344CB8AC3E}">
        <p14:creationId xmlns:p14="http://schemas.microsoft.com/office/powerpoint/2010/main" val="1298606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BACDC-EB5A-F56D-C52C-FF1D18C1A0C4}"/>
              </a:ext>
            </a:extLst>
          </p:cNvPr>
          <p:cNvSpPr>
            <a:spLocks noGrp="1"/>
          </p:cNvSpPr>
          <p:nvPr>
            <p:ph type="title"/>
          </p:nvPr>
        </p:nvSpPr>
        <p:spPr>
          <a:xfrm>
            <a:off x="1171074" y="1396686"/>
            <a:ext cx="3240506" cy="4064628"/>
          </a:xfrm>
        </p:spPr>
        <p:txBody>
          <a:bodyPr>
            <a:normAutofit/>
          </a:bodyPr>
          <a:lstStyle/>
          <a:p>
            <a:r>
              <a:rPr lang="en-IN">
                <a:solidFill>
                  <a:srgbClr val="FFFFFF"/>
                </a:solidFill>
              </a:rPr>
              <a:t>Runtime Comparison :</a:t>
            </a:r>
            <a:endParaRPr lang="en-US">
              <a:solidFill>
                <a:srgbClr val="FFFFFF"/>
              </a:solidFill>
            </a:endParaRPr>
          </a:p>
        </p:txBody>
      </p:sp>
      <p:sp>
        <p:nvSpPr>
          <p:cNvPr id="64" name="Arc 63">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4C8C7FE-978C-69D7-EFB4-80118A679785}"/>
              </a:ext>
            </a:extLst>
          </p:cNvPr>
          <p:cNvSpPr>
            <a:spLocks noGrp="1"/>
          </p:cNvSpPr>
          <p:nvPr>
            <p:ph idx="1"/>
          </p:nvPr>
        </p:nvSpPr>
        <p:spPr>
          <a:xfrm>
            <a:off x="5370153" y="1526033"/>
            <a:ext cx="5536397" cy="3935281"/>
          </a:xfrm>
        </p:spPr>
        <p:txBody>
          <a:bodyPr>
            <a:normAutofit/>
          </a:bodyPr>
          <a:lstStyle/>
          <a:p>
            <a:r>
              <a:rPr lang="en-IN" sz="2400"/>
              <a:t>The runtime comparison demonstrates that parallelization using Dask significantly improves computational performance. The parallel Random Forest model consistently required less execution time across trials. This confirms that distributed computing frameworks can accelerate machine learning workflows, especially when processing large datasets.</a:t>
            </a:r>
          </a:p>
          <a:p>
            <a:pPr marL="0" indent="0">
              <a:buNone/>
            </a:pPr>
            <a:endParaRPr lang="en-US" sz="2400"/>
          </a:p>
        </p:txBody>
      </p:sp>
    </p:spTree>
    <p:extLst>
      <p:ext uri="{BB962C8B-B14F-4D97-AF65-F5344CB8AC3E}">
        <p14:creationId xmlns:p14="http://schemas.microsoft.com/office/powerpoint/2010/main" val="740942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7E23-07B2-20AF-8B5E-547538D1C7DA}"/>
              </a:ext>
            </a:extLst>
          </p:cNvPr>
          <p:cNvSpPr>
            <a:spLocks noGrp="1"/>
          </p:cNvSpPr>
          <p:nvPr>
            <p:ph type="title"/>
          </p:nvPr>
        </p:nvSpPr>
        <p:spPr/>
        <p:txBody>
          <a:bodyPr>
            <a:normAutofit/>
          </a:bodyPr>
          <a:lstStyle/>
          <a:p>
            <a:r>
              <a:rPr lang="en-IN" sz="2800" dirty="0"/>
              <a:t>The parallel Random Forest model consistently required less execution time than the serial implementation.</a:t>
            </a:r>
            <a:endParaRPr lang="en-US" sz="2800" dirty="0"/>
          </a:p>
        </p:txBody>
      </p:sp>
      <p:pic>
        <p:nvPicPr>
          <p:cNvPr id="4" name="Content Placeholder 3" descr="A graph with orange and blue lines&#10;&#10;AI-generated content may be incorrect.">
            <a:extLst>
              <a:ext uri="{FF2B5EF4-FFF2-40B4-BE49-F238E27FC236}">
                <a16:creationId xmlns:a16="http://schemas.microsoft.com/office/drawing/2014/main" id="{9C2034E3-1D98-80B9-FCEA-D5C559F74A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1744" y="1825625"/>
            <a:ext cx="6988512" cy="4351338"/>
          </a:xfrm>
          <a:prstGeom prst="rect">
            <a:avLst/>
          </a:prstGeom>
        </p:spPr>
      </p:pic>
    </p:spTree>
    <p:extLst>
      <p:ext uri="{BB962C8B-B14F-4D97-AF65-F5344CB8AC3E}">
        <p14:creationId xmlns:p14="http://schemas.microsoft.com/office/powerpoint/2010/main" val="1993887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0">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43A21CD-BE4F-C4D9-CBB4-286EC8E50744}"/>
              </a:ext>
            </a:extLst>
          </p:cNvPr>
          <p:cNvSpPr>
            <a:spLocks noGrp="1"/>
          </p:cNvSpPr>
          <p:nvPr>
            <p:ph type="title"/>
          </p:nvPr>
        </p:nvSpPr>
        <p:spPr>
          <a:xfrm>
            <a:off x="630936" y="630936"/>
            <a:ext cx="3599688" cy="1463040"/>
          </a:xfrm>
        </p:spPr>
        <p:txBody>
          <a:bodyPr anchor="ctr">
            <a:normAutofit/>
          </a:bodyPr>
          <a:lstStyle/>
          <a:p>
            <a:r>
              <a:rPr lang="en-IN" sz="4800">
                <a:solidFill>
                  <a:srgbClr val="FFFFFF"/>
                </a:solidFill>
              </a:rPr>
              <a:t>Model Performance</a:t>
            </a:r>
            <a:endParaRPr lang="en-US" sz="4800">
              <a:solidFill>
                <a:srgbClr val="FFFFFF"/>
              </a:solidFill>
            </a:endParaRPr>
          </a:p>
        </p:txBody>
      </p:sp>
      <p:sp>
        <p:nvSpPr>
          <p:cNvPr id="47"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353312"/>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B00ECA-DC98-AE0A-9068-604DD9509892}"/>
              </a:ext>
            </a:extLst>
          </p:cNvPr>
          <p:cNvSpPr>
            <a:spLocks noGrp="1"/>
          </p:cNvSpPr>
          <p:nvPr>
            <p:ph idx="1"/>
          </p:nvPr>
        </p:nvSpPr>
        <p:spPr>
          <a:xfrm>
            <a:off x="4474462" y="328247"/>
            <a:ext cx="7074409" cy="2274276"/>
          </a:xfrm>
        </p:spPr>
        <p:txBody>
          <a:bodyPr anchor="ctr">
            <a:noAutofit/>
          </a:bodyPr>
          <a:lstStyle/>
          <a:p>
            <a:pPr marL="0" indent="0">
              <a:buNone/>
            </a:pPr>
            <a:r>
              <a:rPr lang="en-IN" sz="2000" dirty="0">
                <a:solidFill>
                  <a:srgbClr val="FFFFFF"/>
                </a:solidFill>
              </a:rPr>
              <a:t>The predictive performance of the Random Forest model was evaluated using the R² score. The results show that both the serial and parallel implementations produced very similar performance values. This indicates that applying </a:t>
            </a:r>
            <a:r>
              <a:rPr lang="en-IN" sz="2000" dirty="0" err="1">
                <a:solidFill>
                  <a:srgbClr val="FFFFFF"/>
                </a:solidFill>
              </a:rPr>
              <a:t>Dask</a:t>
            </a:r>
            <a:r>
              <a:rPr lang="en-IN" sz="2000" dirty="0">
                <a:solidFill>
                  <a:srgbClr val="FFFFFF"/>
                </a:solidFill>
              </a:rPr>
              <a:t> parallelization improves computational speed without affecting the predictive capability of the model. Therefore, distributed computing enhances efficiency while maintaining reliable model performance.</a:t>
            </a:r>
          </a:p>
        </p:txBody>
      </p:sp>
      <p:pic>
        <p:nvPicPr>
          <p:cNvPr id="5" name="Picture 4" descr="A screenshot of a computer code&#10;&#10;AI-generated content may be incorrect.">
            <a:extLst>
              <a:ext uri="{FF2B5EF4-FFF2-40B4-BE49-F238E27FC236}">
                <a16:creationId xmlns:a16="http://schemas.microsoft.com/office/drawing/2014/main" id="{DAF8302A-0EF4-7AB1-FA18-25B3D6E2C434}"/>
              </a:ext>
            </a:extLst>
          </p:cNvPr>
          <p:cNvPicPr>
            <a:picLocks noChangeAspect="1"/>
          </p:cNvPicPr>
          <p:nvPr/>
        </p:nvPicPr>
        <p:blipFill>
          <a:blip r:embed="rId2">
            <a:extLst>
              <a:ext uri="{28A0092B-C50C-407E-A947-70E740481C1C}">
                <a14:useLocalDpi xmlns:a14="http://schemas.microsoft.com/office/drawing/2010/main" val="0"/>
              </a:ext>
            </a:extLst>
          </a:blip>
          <a:srcRect t="3997" b="5133"/>
          <a:stretch>
            <a:fillRect/>
          </a:stretch>
        </p:blipFill>
        <p:spPr>
          <a:xfrm>
            <a:off x="630936" y="3209683"/>
            <a:ext cx="10917936" cy="2802721"/>
          </a:xfrm>
          <a:prstGeom prst="rect">
            <a:avLst/>
          </a:prstGeom>
        </p:spPr>
      </p:pic>
    </p:spTree>
    <p:extLst>
      <p:ext uri="{BB962C8B-B14F-4D97-AF65-F5344CB8AC3E}">
        <p14:creationId xmlns:p14="http://schemas.microsoft.com/office/powerpoint/2010/main" val="33538088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211471E-5112-8C97-01AD-F27EA1A79F89}"/>
              </a:ext>
            </a:extLst>
          </p:cNvPr>
          <p:cNvSpPr>
            <a:spLocks noGrp="1"/>
          </p:cNvSpPr>
          <p:nvPr>
            <p:ph type="title"/>
          </p:nvPr>
        </p:nvSpPr>
        <p:spPr>
          <a:xfrm>
            <a:off x="838200" y="401221"/>
            <a:ext cx="10515600" cy="1348065"/>
          </a:xfrm>
        </p:spPr>
        <p:txBody>
          <a:bodyPr>
            <a:normAutofit/>
          </a:bodyPr>
          <a:lstStyle/>
          <a:p>
            <a:r>
              <a:rPr lang="en-IN" sz="5400">
                <a:solidFill>
                  <a:srgbClr val="FFFFFF"/>
                </a:solidFill>
              </a:rPr>
              <a:t>Conclusion</a:t>
            </a:r>
            <a:endParaRPr lang="en-US" sz="5400">
              <a:solidFill>
                <a:srgbClr val="FFFFFF"/>
              </a:solidFill>
            </a:endParaRPr>
          </a:p>
        </p:txBody>
      </p:sp>
      <p:sp>
        <p:nvSpPr>
          <p:cNvPr id="3" name="Content Placeholder 2">
            <a:extLst>
              <a:ext uri="{FF2B5EF4-FFF2-40B4-BE49-F238E27FC236}">
                <a16:creationId xmlns:a16="http://schemas.microsoft.com/office/drawing/2014/main" id="{D45BF7E1-6E7B-7E86-2A3B-266ACA475BF9}"/>
              </a:ext>
            </a:extLst>
          </p:cNvPr>
          <p:cNvSpPr>
            <a:spLocks noGrp="1"/>
          </p:cNvSpPr>
          <p:nvPr>
            <p:ph idx="1"/>
          </p:nvPr>
        </p:nvSpPr>
        <p:spPr>
          <a:xfrm>
            <a:off x="838200" y="2586789"/>
            <a:ext cx="10515600" cy="3590174"/>
          </a:xfrm>
        </p:spPr>
        <p:txBody>
          <a:bodyPr>
            <a:normAutofit/>
          </a:bodyPr>
          <a:lstStyle/>
          <a:p>
            <a:pPr marL="0" indent="0">
              <a:buNone/>
            </a:pPr>
            <a:r>
              <a:rPr lang="en-IN" sz="2200"/>
              <a:t>This project demonstrated the use of Random Forest models with and without Dask parallelization. The serial implementation provided a baseline runtime, while the parallel implementation distributed computations across multiple CPU cores. The results showed that Dask significantly reduced model execution time while maintaining similar predictive performance. These findings highlight the importance of parallel computing frameworks for improving efficiency in large-scale health data analysis.</a:t>
            </a:r>
            <a:endParaRPr lang="en-US" sz="2200"/>
          </a:p>
        </p:txBody>
      </p:sp>
    </p:spTree>
    <p:extLst>
      <p:ext uri="{BB962C8B-B14F-4D97-AF65-F5344CB8AC3E}">
        <p14:creationId xmlns:p14="http://schemas.microsoft.com/office/powerpoint/2010/main" val="91744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24D3E97-0049-BE15-BDD5-CCD94234926C}"/>
              </a:ext>
            </a:extLst>
          </p:cNvPr>
          <p:cNvSpPr>
            <a:spLocks noGrp="1"/>
          </p:cNvSpPr>
          <p:nvPr>
            <p:ph type="title"/>
          </p:nvPr>
        </p:nvSpPr>
        <p:spPr>
          <a:xfrm>
            <a:off x="838200" y="713312"/>
            <a:ext cx="4038600" cy="5431376"/>
          </a:xfrm>
        </p:spPr>
        <p:txBody>
          <a:bodyPr>
            <a:normAutofit/>
          </a:bodyPr>
          <a:lstStyle/>
          <a:p>
            <a:r>
              <a:rPr lang="en-IN">
                <a:latin typeface="Times New Roman" panose="02020603050405020304" pitchFamily="18" charset="0"/>
                <a:cs typeface="Times New Roman" panose="02020603050405020304" pitchFamily="18" charset="0"/>
              </a:rPr>
              <a:t>Data Sources</a:t>
            </a:r>
            <a:endParaRPr lang="en-US">
              <a:latin typeface="Times New Roman" panose="02020603050405020304" pitchFamily="18" charset="0"/>
              <a:cs typeface="Times New Roman" panose="02020603050405020304" pitchFamily="18" charset="0"/>
            </a:endParaRPr>
          </a:p>
        </p:txBody>
      </p:sp>
      <p:sp>
        <p:nvSpPr>
          <p:cNvPr id="21" name="Content Placeholder 2">
            <a:extLst>
              <a:ext uri="{FF2B5EF4-FFF2-40B4-BE49-F238E27FC236}">
                <a16:creationId xmlns:a16="http://schemas.microsoft.com/office/drawing/2014/main" id="{E2DFCE57-E85D-BFD2-5375-76A4C01ADB0E}"/>
              </a:ext>
            </a:extLst>
          </p:cNvPr>
          <p:cNvSpPr>
            <a:spLocks noGrp="1"/>
          </p:cNvSpPr>
          <p:nvPr>
            <p:ph idx="1"/>
          </p:nvPr>
        </p:nvSpPr>
        <p:spPr>
          <a:xfrm>
            <a:off x="5384801" y="713313"/>
            <a:ext cx="5969000" cy="5431375"/>
          </a:xfrm>
        </p:spPr>
        <p:txBody>
          <a:bodyPr anchor="ctr">
            <a:normAutofit/>
          </a:bodyPr>
          <a:lstStyle/>
          <a:p>
            <a:pPr marL="457200" indent="-457200">
              <a:buFont typeface="+mj-lt"/>
              <a:buAutoNum type="arabicPeriod"/>
            </a:pPr>
            <a:r>
              <a:rPr lang="en-IN" sz="2000" b="1" dirty="0">
                <a:latin typeface="Calibri" panose="020F0502020204030204" pitchFamily="34" charset="0"/>
                <a:cs typeface="Calibri" panose="020F0502020204030204" pitchFamily="34" charset="0"/>
              </a:rPr>
              <a:t>National Cancer Institute (NCI) – State Cancer Profiles</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Lung cancer incidence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2"/>
              </a:rPr>
              <a:t>https://statecancerprofiles.cancer.gov/incidencerates/</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r>
              <a:rPr lang="en-IN" sz="2000" b="1" dirty="0" err="1">
                <a:latin typeface="Calibri" panose="020F0502020204030204" pitchFamily="34" charset="0"/>
                <a:cs typeface="Calibri" panose="020F0502020204030204" pitchFamily="34" charset="0"/>
              </a:rPr>
              <a:t>Centers</a:t>
            </a:r>
            <a:r>
              <a:rPr lang="en-IN" sz="2000" b="1" dirty="0">
                <a:latin typeface="Calibri" panose="020F0502020204030204" pitchFamily="34" charset="0"/>
                <a:cs typeface="Calibri" panose="020F0502020204030204" pitchFamily="34" charset="0"/>
              </a:rPr>
              <a:t> for Disease Control and Prevention (CDC)</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Lung cancer mortality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3"/>
              </a:rPr>
              <a:t>https://statecancerprofiles.cancer.gov/deathrates/</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r>
              <a:rPr lang="en-IN" sz="2000" b="1" dirty="0">
                <a:latin typeface="Calibri" panose="020F0502020204030204" pitchFamily="34" charset="0"/>
                <a:cs typeface="Calibri" panose="020F0502020204030204" pitchFamily="34" charset="0"/>
              </a:rPr>
              <a:t>CDC-supported Risk Indicator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Smoking and </a:t>
            </a:r>
            <a:r>
              <a:rPr lang="en-IN" sz="2000" dirty="0" err="1">
                <a:latin typeface="Calibri" panose="020F0502020204030204" pitchFamily="34" charset="0"/>
                <a:cs typeface="Calibri" panose="020F0502020204030204" pitchFamily="34" charset="0"/>
              </a:rPr>
              <a:t>behavioral</a:t>
            </a:r>
            <a:r>
              <a:rPr lang="en-IN" sz="2000" dirty="0">
                <a:latin typeface="Calibri" panose="020F0502020204030204" pitchFamily="34" charset="0"/>
                <a:cs typeface="Calibri" panose="020F0502020204030204" pitchFamily="34" charset="0"/>
              </a:rPr>
              <a:t> risk indicators</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4"/>
              </a:rPr>
              <a:t>https://statecancerprofiles.cancer.gov/risk/</a:t>
            </a:r>
            <a:endParaRPr lang="en-IN" sz="2000" dirty="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cs typeface="Calibri" panose="020F0502020204030204" pitchFamily="34" charset="0"/>
              </a:rPr>
              <a:t>All datasets were downloaded in </a:t>
            </a:r>
            <a:r>
              <a:rPr lang="en-IN" sz="2000" b="1" dirty="0">
                <a:latin typeface="Calibri" panose="020F0502020204030204" pitchFamily="34" charset="0"/>
                <a:cs typeface="Calibri" panose="020F0502020204030204" pitchFamily="34" charset="0"/>
              </a:rPr>
              <a:t>CSV (.csv) format</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0461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Droplet</Template>
  <TotalTime>3290</TotalTime>
  <Words>1322</Words>
  <Application>Microsoft Macintosh PowerPoint</Application>
  <PresentationFormat>Widescreen</PresentationFormat>
  <Paragraphs>146</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Meiryo</vt:lpstr>
      <vt:lpstr>Aptos</vt:lpstr>
      <vt:lpstr>Aptos Display</vt:lpstr>
      <vt:lpstr>Arial</vt:lpstr>
      <vt:lpstr>Calibri</vt:lpstr>
      <vt:lpstr>Times New Roman</vt:lpstr>
      <vt:lpstr>Office Theme</vt:lpstr>
      <vt:lpstr>Analysis of Lung Cancer Incidence, Mortality and Risk Factors in the  United States  </vt:lpstr>
      <vt:lpstr>HDS 5230-05 High Performance Computing and  Health Artificial Intelligence Instructor : Prof . Bahareh Rahmani  Group : 03  </vt:lpstr>
      <vt:lpstr>Table of Contents</vt:lpstr>
      <vt:lpstr>Project Definition</vt:lpstr>
      <vt:lpstr>Data Definition</vt:lpstr>
      <vt:lpstr>Data Description</vt:lpstr>
      <vt:lpstr>Data Collection Method</vt:lpstr>
      <vt:lpstr>Unit of Observation and Data Coverage</vt:lpstr>
      <vt:lpstr>Data Attributes</vt:lpstr>
      <vt:lpstr>Data Format</vt:lpstr>
      <vt:lpstr>REGRESSION PROFILING</vt:lpstr>
      <vt:lpstr>Step 1: Data Loading</vt:lpstr>
      <vt:lpstr>Step 2:  Rename Columns</vt:lpstr>
      <vt:lpstr>Step 3:  Feature selection + cleaning</vt:lpstr>
      <vt:lpstr>Step 4:  Linear regression results</vt:lpstr>
      <vt:lpstr>Step 5: Runtime before profiling</vt:lpstr>
      <vt:lpstr>Step 6: Feature importance </vt:lpstr>
      <vt:lpstr>Step 7: Profiling results Flame Graph and Data tab </vt:lpstr>
      <vt:lpstr>Step 8: Runtime after Profiling </vt:lpstr>
      <vt:lpstr>Runtime Comparison:  read.csv vs fread</vt:lpstr>
      <vt:lpstr>Conclusion :</vt:lpstr>
      <vt:lpstr>Performance Analysis of Random Forest Models Before and After Dask Parallelization</vt:lpstr>
      <vt:lpstr>Feature Selection</vt:lpstr>
      <vt:lpstr>Data Splitting</vt:lpstr>
      <vt:lpstr>Random Forest Before Parallelization</vt:lpstr>
      <vt:lpstr>PowerPoint Presentation</vt:lpstr>
      <vt:lpstr>PowerPoint Presentation</vt:lpstr>
      <vt:lpstr>Dask Distributed Computing</vt:lpstr>
      <vt:lpstr>Random Forest After Parallelization</vt:lpstr>
      <vt:lpstr>Code Snippet :</vt:lpstr>
      <vt:lpstr>Random Forest Runtime After Dask</vt:lpstr>
      <vt:lpstr>Runtime Comparison :</vt:lpstr>
      <vt:lpstr>The parallel Random Forest model consistently required less execution time than the serial implementation.</vt:lpstr>
      <vt:lpstr>Model Performance</vt:lpstr>
      <vt:lpstr>Conclusion</vt:lpstr>
      <vt:lpstr>Data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Shrestha</dc:creator>
  <cp:lastModifiedBy>Jijol Onesimos Pala</cp:lastModifiedBy>
  <cp:revision>19</cp:revision>
  <dcterms:created xsi:type="dcterms:W3CDTF">2026-01-22T23:48:36Z</dcterms:created>
  <dcterms:modified xsi:type="dcterms:W3CDTF">2026-03-11T03:57:37Z</dcterms:modified>
</cp:coreProperties>
</file>