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5" r:id="rId3"/>
    <p:sldId id="257" r:id="rId4"/>
    <p:sldId id="258" r:id="rId5"/>
    <p:sldId id="266" r:id="rId6"/>
    <p:sldId id="259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66" autoAdjust="0"/>
    <p:restoredTop sz="94679"/>
  </p:normalViewPr>
  <p:slideViewPr>
    <p:cSldViewPr snapToGrid="0">
      <p:cViewPr varScale="1">
        <p:scale>
          <a:sx n="104" d="100"/>
          <a:sy n="104" d="100"/>
        </p:scale>
        <p:origin x="4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3EB1B9-5016-46C1-A278-23E17D486B2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3CE8415-6829-42D8-912D-DDC6E491838B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Project Definition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682CBD7-9BCE-4CC5-9876-0AAD1853E66C}" type="parTrans" cxnId="{02A2ABD4-FEC4-4CAD-98E4-C41DBFC66B8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DD3C43C-6BAD-4CF4-B6AB-22C7AA49188D}" type="sibTrans" cxnId="{02A2ABD4-FEC4-4CAD-98E4-C41DBFC66B8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1EE43F-C7D7-4E04-B78C-D1A4FE6CFA1C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Data Definition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763E3C-A18B-479B-8E38-3B3A739E33C9}" type="parTrans" cxnId="{8EF87CDA-B971-44C2-8AFC-31CD400BE93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47B94D-CE2C-40F1-B7FA-BBA9236E622C}" type="sibTrans" cxnId="{8EF87CDA-B971-44C2-8AFC-31CD400BE93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15F565-5CC0-4792-AB11-FB7169D187D0}">
      <dgm:prSet/>
      <dgm:spPr/>
      <dgm:t>
        <a:bodyPr/>
        <a:lstStyle/>
        <a:p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Data Sources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B46A94-449D-4359-81A0-2CA9947B60DA}" type="parTrans" cxnId="{477A83AE-034F-4FF6-8A6C-19C2E6D41BA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A0912C-7CB7-429F-ACCF-CBE749B6B542}" type="sibTrans" cxnId="{477A83AE-034F-4FF6-8A6C-19C2E6D41BA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43B5A8-33A4-449B-8E21-5A12072414D2}">
      <dgm:prSet/>
      <dgm:spPr/>
      <dgm:t>
        <a:bodyPr/>
        <a:lstStyle/>
        <a:p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Data Collection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52B411-B2CA-4B20-B31F-0DB44959B3A8}" type="parTrans" cxnId="{E2D6CEE1-D5F5-43F5-AE79-7AD1A2D679C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6CDFD3-9B7B-4939-929B-B925FE6E36AB}" type="sibTrans" cxnId="{E2D6CEE1-D5F5-43F5-AE79-7AD1A2D679C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FA0530-724C-45B9-ACAF-E8A1AD790A82}">
      <dgm:prSet/>
      <dgm:spPr/>
      <dgm:t>
        <a:bodyPr/>
        <a:lstStyle/>
        <a:p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Data Description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62387C-D8FA-4C59-A88E-D7A9C7F313E8}" type="parTrans" cxnId="{069EB8FE-903D-4432-801C-2827C194070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1E5C82-21AA-44B2-B5F2-5A8268A31D59}" type="sibTrans" cxnId="{069EB8FE-903D-4432-801C-2827C194070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E0BF8B-A93F-4A5E-A97A-64E149166B70}">
      <dgm:prSet/>
      <dgm:spPr/>
      <dgm:t>
        <a:bodyPr/>
        <a:lstStyle/>
        <a:p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Data Attributes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439125-910E-4C8E-ABD8-DEC00AC31075}" type="parTrans" cxnId="{7418B54B-E41B-4392-B4CE-19D6E5FE971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FF3EC1-6159-4138-B41A-BDB05AA15DEA}" type="sibTrans" cxnId="{7418B54B-E41B-4392-B4CE-19D6E5FE971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6E2A3C0-902C-AB45-96EF-0CD65525A67C}" type="pres">
      <dgm:prSet presAssocID="{633EB1B9-5016-46C1-A278-23E17D486B2E}" presName="vert0" presStyleCnt="0">
        <dgm:presLayoutVars>
          <dgm:dir/>
          <dgm:animOne val="branch"/>
          <dgm:animLvl val="lvl"/>
        </dgm:presLayoutVars>
      </dgm:prSet>
      <dgm:spPr/>
    </dgm:pt>
    <dgm:pt modelId="{85E5819C-3A3A-3C4D-94D8-BD0A80CEDD64}" type="pres">
      <dgm:prSet presAssocID="{63CE8415-6829-42D8-912D-DDC6E491838B}" presName="thickLine" presStyleLbl="alignNode1" presStyleIdx="0" presStyleCnt="6"/>
      <dgm:spPr/>
    </dgm:pt>
    <dgm:pt modelId="{4C879FB7-F7F7-5343-AE80-D2AA4F9B75AC}" type="pres">
      <dgm:prSet presAssocID="{63CE8415-6829-42D8-912D-DDC6E491838B}" presName="horz1" presStyleCnt="0"/>
      <dgm:spPr/>
    </dgm:pt>
    <dgm:pt modelId="{DCBF7A36-B6A3-664A-B341-9B4DDF5C404D}" type="pres">
      <dgm:prSet presAssocID="{63CE8415-6829-42D8-912D-DDC6E491838B}" presName="tx1" presStyleLbl="revTx" presStyleIdx="0" presStyleCnt="6"/>
      <dgm:spPr/>
    </dgm:pt>
    <dgm:pt modelId="{0873369B-9A04-D041-AF39-074D9AF23913}" type="pres">
      <dgm:prSet presAssocID="{63CE8415-6829-42D8-912D-DDC6E491838B}" presName="vert1" presStyleCnt="0"/>
      <dgm:spPr/>
    </dgm:pt>
    <dgm:pt modelId="{A3F013A7-5A31-8943-B13F-71594EC22E35}" type="pres">
      <dgm:prSet presAssocID="{271EE43F-C7D7-4E04-B78C-D1A4FE6CFA1C}" presName="thickLine" presStyleLbl="alignNode1" presStyleIdx="1" presStyleCnt="6"/>
      <dgm:spPr/>
    </dgm:pt>
    <dgm:pt modelId="{421675CF-0B8F-5044-BC3E-AFD51AE3E540}" type="pres">
      <dgm:prSet presAssocID="{271EE43F-C7D7-4E04-B78C-D1A4FE6CFA1C}" presName="horz1" presStyleCnt="0"/>
      <dgm:spPr/>
    </dgm:pt>
    <dgm:pt modelId="{4AEA9623-8634-5347-A7B1-14B2BCEBE894}" type="pres">
      <dgm:prSet presAssocID="{271EE43F-C7D7-4E04-B78C-D1A4FE6CFA1C}" presName="tx1" presStyleLbl="revTx" presStyleIdx="1" presStyleCnt="6"/>
      <dgm:spPr/>
    </dgm:pt>
    <dgm:pt modelId="{53D05ABB-1E68-954D-8FB7-CE2B5A1F6445}" type="pres">
      <dgm:prSet presAssocID="{271EE43F-C7D7-4E04-B78C-D1A4FE6CFA1C}" presName="vert1" presStyleCnt="0"/>
      <dgm:spPr/>
    </dgm:pt>
    <dgm:pt modelId="{6CCBD26D-C81A-234C-BA09-FD436AF5AD38}" type="pres">
      <dgm:prSet presAssocID="{1315F565-5CC0-4792-AB11-FB7169D187D0}" presName="thickLine" presStyleLbl="alignNode1" presStyleIdx="2" presStyleCnt="6"/>
      <dgm:spPr/>
    </dgm:pt>
    <dgm:pt modelId="{82EA7D63-8D10-8648-9803-35E434366F05}" type="pres">
      <dgm:prSet presAssocID="{1315F565-5CC0-4792-AB11-FB7169D187D0}" presName="horz1" presStyleCnt="0"/>
      <dgm:spPr/>
    </dgm:pt>
    <dgm:pt modelId="{CF9B32CD-BBE2-0E4D-A8E4-03579D2391B8}" type="pres">
      <dgm:prSet presAssocID="{1315F565-5CC0-4792-AB11-FB7169D187D0}" presName="tx1" presStyleLbl="revTx" presStyleIdx="2" presStyleCnt="6"/>
      <dgm:spPr/>
    </dgm:pt>
    <dgm:pt modelId="{277A6FCB-9B77-A74A-AD75-DD4A92DE6C5F}" type="pres">
      <dgm:prSet presAssocID="{1315F565-5CC0-4792-AB11-FB7169D187D0}" presName="vert1" presStyleCnt="0"/>
      <dgm:spPr/>
    </dgm:pt>
    <dgm:pt modelId="{C7B969A7-A3B9-1744-AB8E-6B621FDD8AA2}" type="pres">
      <dgm:prSet presAssocID="{EA43B5A8-33A4-449B-8E21-5A12072414D2}" presName="thickLine" presStyleLbl="alignNode1" presStyleIdx="3" presStyleCnt="6"/>
      <dgm:spPr/>
    </dgm:pt>
    <dgm:pt modelId="{45AAFCDE-E40E-9949-99BF-2E04B53183FA}" type="pres">
      <dgm:prSet presAssocID="{EA43B5A8-33A4-449B-8E21-5A12072414D2}" presName="horz1" presStyleCnt="0"/>
      <dgm:spPr/>
    </dgm:pt>
    <dgm:pt modelId="{9F5BB9EC-5173-9942-B9ED-818E2E89724E}" type="pres">
      <dgm:prSet presAssocID="{EA43B5A8-33A4-449B-8E21-5A12072414D2}" presName="tx1" presStyleLbl="revTx" presStyleIdx="3" presStyleCnt="6"/>
      <dgm:spPr/>
    </dgm:pt>
    <dgm:pt modelId="{EF867116-F15D-0349-B772-22B0C386E09B}" type="pres">
      <dgm:prSet presAssocID="{EA43B5A8-33A4-449B-8E21-5A12072414D2}" presName="vert1" presStyleCnt="0"/>
      <dgm:spPr/>
    </dgm:pt>
    <dgm:pt modelId="{0863928E-040C-594E-B18B-EC96DBF404E9}" type="pres">
      <dgm:prSet presAssocID="{A6FA0530-724C-45B9-ACAF-E8A1AD790A82}" presName="thickLine" presStyleLbl="alignNode1" presStyleIdx="4" presStyleCnt="6"/>
      <dgm:spPr/>
    </dgm:pt>
    <dgm:pt modelId="{C592953A-ADCA-204D-B73B-C5D0E4B077E2}" type="pres">
      <dgm:prSet presAssocID="{A6FA0530-724C-45B9-ACAF-E8A1AD790A82}" presName="horz1" presStyleCnt="0"/>
      <dgm:spPr/>
    </dgm:pt>
    <dgm:pt modelId="{D69DAA17-25C6-804A-A2F7-0F975FA046EE}" type="pres">
      <dgm:prSet presAssocID="{A6FA0530-724C-45B9-ACAF-E8A1AD790A82}" presName="tx1" presStyleLbl="revTx" presStyleIdx="4" presStyleCnt="6"/>
      <dgm:spPr/>
    </dgm:pt>
    <dgm:pt modelId="{7B0C9239-77F4-D642-ABDA-D17933533B2F}" type="pres">
      <dgm:prSet presAssocID="{A6FA0530-724C-45B9-ACAF-E8A1AD790A82}" presName="vert1" presStyleCnt="0"/>
      <dgm:spPr/>
    </dgm:pt>
    <dgm:pt modelId="{C0CBBD55-52C0-8F45-AE27-56792BB0EF68}" type="pres">
      <dgm:prSet presAssocID="{E4E0BF8B-A93F-4A5E-A97A-64E149166B70}" presName="thickLine" presStyleLbl="alignNode1" presStyleIdx="5" presStyleCnt="6"/>
      <dgm:spPr/>
    </dgm:pt>
    <dgm:pt modelId="{A3D67CFB-A73A-394B-B027-DB6AB972A7B6}" type="pres">
      <dgm:prSet presAssocID="{E4E0BF8B-A93F-4A5E-A97A-64E149166B70}" presName="horz1" presStyleCnt="0"/>
      <dgm:spPr/>
    </dgm:pt>
    <dgm:pt modelId="{81294F76-60EB-594F-9A2C-3C386D530CE1}" type="pres">
      <dgm:prSet presAssocID="{E4E0BF8B-A93F-4A5E-A97A-64E149166B70}" presName="tx1" presStyleLbl="revTx" presStyleIdx="5" presStyleCnt="6"/>
      <dgm:spPr/>
    </dgm:pt>
    <dgm:pt modelId="{792C2D2F-8CF7-F44A-A253-F0838981FB1C}" type="pres">
      <dgm:prSet presAssocID="{E4E0BF8B-A93F-4A5E-A97A-64E149166B70}" presName="vert1" presStyleCnt="0"/>
      <dgm:spPr/>
    </dgm:pt>
  </dgm:ptLst>
  <dgm:cxnLst>
    <dgm:cxn modelId="{576F3901-D637-0C43-B037-44CF48760E1B}" type="presOf" srcId="{A6FA0530-724C-45B9-ACAF-E8A1AD790A82}" destId="{D69DAA17-25C6-804A-A2F7-0F975FA046EE}" srcOrd="0" destOrd="0" presId="urn:microsoft.com/office/officeart/2008/layout/LinedList"/>
    <dgm:cxn modelId="{BADF4502-F36A-7441-9655-46A0B742AC2B}" type="presOf" srcId="{633EB1B9-5016-46C1-A278-23E17D486B2E}" destId="{56E2A3C0-902C-AB45-96EF-0CD65525A67C}" srcOrd="0" destOrd="0" presId="urn:microsoft.com/office/officeart/2008/layout/LinedList"/>
    <dgm:cxn modelId="{8835210C-1110-634E-86D1-FAF0ED5D90F3}" type="presOf" srcId="{271EE43F-C7D7-4E04-B78C-D1A4FE6CFA1C}" destId="{4AEA9623-8634-5347-A7B1-14B2BCEBE894}" srcOrd="0" destOrd="0" presId="urn:microsoft.com/office/officeart/2008/layout/LinedList"/>
    <dgm:cxn modelId="{6A375F10-0D5A-E84A-8CC4-AF41F8504D70}" type="presOf" srcId="{63CE8415-6829-42D8-912D-DDC6E491838B}" destId="{DCBF7A36-B6A3-664A-B341-9B4DDF5C404D}" srcOrd="0" destOrd="0" presId="urn:microsoft.com/office/officeart/2008/layout/LinedList"/>
    <dgm:cxn modelId="{4162FA10-254A-7F44-A143-4449C3417076}" type="presOf" srcId="{EA43B5A8-33A4-449B-8E21-5A12072414D2}" destId="{9F5BB9EC-5173-9942-B9ED-818E2E89724E}" srcOrd="0" destOrd="0" presId="urn:microsoft.com/office/officeart/2008/layout/LinedList"/>
    <dgm:cxn modelId="{7418B54B-E41B-4392-B4CE-19D6E5FE9717}" srcId="{633EB1B9-5016-46C1-A278-23E17D486B2E}" destId="{E4E0BF8B-A93F-4A5E-A97A-64E149166B70}" srcOrd="5" destOrd="0" parTransId="{2B439125-910E-4C8E-ABD8-DEC00AC31075}" sibTransId="{5AFF3EC1-6159-4138-B41A-BDB05AA15DEA}"/>
    <dgm:cxn modelId="{477A83AE-034F-4FF6-8A6C-19C2E6D41BA7}" srcId="{633EB1B9-5016-46C1-A278-23E17D486B2E}" destId="{1315F565-5CC0-4792-AB11-FB7169D187D0}" srcOrd="2" destOrd="0" parTransId="{FEB46A94-449D-4359-81A0-2CA9947B60DA}" sibTransId="{5AA0912C-7CB7-429F-ACCF-CBE749B6B542}"/>
    <dgm:cxn modelId="{8743BEB2-355B-C347-845E-5CCBF027D9DF}" type="presOf" srcId="{E4E0BF8B-A93F-4A5E-A97A-64E149166B70}" destId="{81294F76-60EB-594F-9A2C-3C386D530CE1}" srcOrd="0" destOrd="0" presId="urn:microsoft.com/office/officeart/2008/layout/LinedList"/>
    <dgm:cxn modelId="{02A2ABD4-FEC4-4CAD-98E4-C41DBFC66B83}" srcId="{633EB1B9-5016-46C1-A278-23E17D486B2E}" destId="{63CE8415-6829-42D8-912D-DDC6E491838B}" srcOrd="0" destOrd="0" parTransId="{B682CBD7-9BCE-4CC5-9876-0AAD1853E66C}" sibTransId="{DDD3C43C-6BAD-4CF4-B6AB-22C7AA49188D}"/>
    <dgm:cxn modelId="{8EF87CDA-B971-44C2-8AFC-31CD400BE93D}" srcId="{633EB1B9-5016-46C1-A278-23E17D486B2E}" destId="{271EE43F-C7D7-4E04-B78C-D1A4FE6CFA1C}" srcOrd="1" destOrd="0" parTransId="{8B763E3C-A18B-479B-8E38-3B3A739E33C9}" sibTransId="{2047B94D-CE2C-40F1-B7FA-BBA9236E622C}"/>
    <dgm:cxn modelId="{E2D6CEE1-D5F5-43F5-AE79-7AD1A2D679C9}" srcId="{633EB1B9-5016-46C1-A278-23E17D486B2E}" destId="{EA43B5A8-33A4-449B-8E21-5A12072414D2}" srcOrd="3" destOrd="0" parTransId="{9D52B411-B2CA-4B20-B31F-0DB44959B3A8}" sibTransId="{D16CDFD3-9B7B-4939-929B-B925FE6E36AB}"/>
    <dgm:cxn modelId="{169C41E3-5323-AC4A-82C3-0B8985AE5E0E}" type="presOf" srcId="{1315F565-5CC0-4792-AB11-FB7169D187D0}" destId="{CF9B32CD-BBE2-0E4D-A8E4-03579D2391B8}" srcOrd="0" destOrd="0" presId="urn:microsoft.com/office/officeart/2008/layout/LinedList"/>
    <dgm:cxn modelId="{069EB8FE-903D-4432-801C-2827C1940707}" srcId="{633EB1B9-5016-46C1-A278-23E17D486B2E}" destId="{A6FA0530-724C-45B9-ACAF-E8A1AD790A82}" srcOrd="4" destOrd="0" parTransId="{E662387C-D8FA-4C59-A88E-D7A9C7F313E8}" sibTransId="{311E5C82-21AA-44B2-B5F2-5A8268A31D59}"/>
    <dgm:cxn modelId="{7820CB8D-F0D2-1446-BF3D-4685A6AEE72E}" type="presParOf" srcId="{56E2A3C0-902C-AB45-96EF-0CD65525A67C}" destId="{85E5819C-3A3A-3C4D-94D8-BD0A80CEDD64}" srcOrd="0" destOrd="0" presId="urn:microsoft.com/office/officeart/2008/layout/LinedList"/>
    <dgm:cxn modelId="{C7630061-A9A1-E040-BD00-DF1B969C5CF9}" type="presParOf" srcId="{56E2A3C0-902C-AB45-96EF-0CD65525A67C}" destId="{4C879FB7-F7F7-5343-AE80-D2AA4F9B75AC}" srcOrd="1" destOrd="0" presId="urn:microsoft.com/office/officeart/2008/layout/LinedList"/>
    <dgm:cxn modelId="{86E1C9B7-9611-4347-8044-9584B55BB549}" type="presParOf" srcId="{4C879FB7-F7F7-5343-AE80-D2AA4F9B75AC}" destId="{DCBF7A36-B6A3-664A-B341-9B4DDF5C404D}" srcOrd="0" destOrd="0" presId="urn:microsoft.com/office/officeart/2008/layout/LinedList"/>
    <dgm:cxn modelId="{7D304640-9B03-E647-950C-5E4F0D77FD64}" type="presParOf" srcId="{4C879FB7-F7F7-5343-AE80-D2AA4F9B75AC}" destId="{0873369B-9A04-D041-AF39-074D9AF23913}" srcOrd="1" destOrd="0" presId="urn:microsoft.com/office/officeart/2008/layout/LinedList"/>
    <dgm:cxn modelId="{F349AB20-0CA5-7848-B910-70E804CFC1B4}" type="presParOf" srcId="{56E2A3C0-902C-AB45-96EF-0CD65525A67C}" destId="{A3F013A7-5A31-8943-B13F-71594EC22E35}" srcOrd="2" destOrd="0" presId="urn:microsoft.com/office/officeart/2008/layout/LinedList"/>
    <dgm:cxn modelId="{F4591A0C-9954-EB4C-860E-B32CE90C8F7F}" type="presParOf" srcId="{56E2A3C0-902C-AB45-96EF-0CD65525A67C}" destId="{421675CF-0B8F-5044-BC3E-AFD51AE3E540}" srcOrd="3" destOrd="0" presId="urn:microsoft.com/office/officeart/2008/layout/LinedList"/>
    <dgm:cxn modelId="{16304B04-17FE-604A-B6BB-305006937AD6}" type="presParOf" srcId="{421675CF-0B8F-5044-BC3E-AFD51AE3E540}" destId="{4AEA9623-8634-5347-A7B1-14B2BCEBE894}" srcOrd="0" destOrd="0" presId="urn:microsoft.com/office/officeart/2008/layout/LinedList"/>
    <dgm:cxn modelId="{170D6687-C9D8-A447-BB6C-DEEF6B837194}" type="presParOf" srcId="{421675CF-0B8F-5044-BC3E-AFD51AE3E540}" destId="{53D05ABB-1E68-954D-8FB7-CE2B5A1F6445}" srcOrd="1" destOrd="0" presId="urn:microsoft.com/office/officeart/2008/layout/LinedList"/>
    <dgm:cxn modelId="{813EA883-A407-DF44-9F14-C00FFC8E64BC}" type="presParOf" srcId="{56E2A3C0-902C-AB45-96EF-0CD65525A67C}" destId="{6CCBD26D-C81A-234C-BA09-FD436AF5AD38}" srcOrd="4" destOrd="0" presId="urn:microsoft.com/office/officeart/2008/layout/LinedList"/>
    <dgm:cxn modelId="{6E89D0C6-1550-A54A-B723-6BD6483D5CF0}" type="presParOf" srcId="{56E2A3C0-902C-AB45-96EF-0CD65525A67C}" destId="{82EA7D63-8D10-8648-9803-35E434366F05}" srcOrd="5" destOrd="0" presId="urn:microsoft.com/office/officeart/2008/layout/LinedList"/>
    <dgm:cxn modelId="{D3CD87EA-704F-6441-A7BC-BB452BBEEB70}" type="presParOf" srcId="{82EA7D63-8D10-8648-9803-35E434366F05}" destId="{CF9B32CD-BBE2-0E4D-A8E4-03579D2391B8}" srcOrd="0" destOrd="0" presId="urn:microsoft.com/office/officeart/2008/layout/LinedList"/>
    <dgm:cxn modelId="{DAEC60AA-1420-D542-952F-5FE4EB67A095}" type="presParOf" srcId="{82EA7D63-8D10-8648-9803-35E434366F05}" destId="{277A6FCB-9B77-A74A-AD75-DD4A92DE6C5F}" srcOrd="1" destOrd="0" presId="urn:microsoft.com/office/officeart/2008/layout/LinedList"/>
    <dgm:cxn modelId="{1AD790A5-98B2-8941-9662-BBA8B7063C69}" type="presParOf" srcId="{56E2A3C0-902C-AB45-96EF-0CD65525A67C}" destId="{C7B969A7-A3B9-1744-AB8E-6B621FDD8AA2}" srcOrd="6" destOrd="0" presId="urn:microsoft.com/office/officeart/2008/layout/LinedList"/>
    <dgm:cxn modelId="{2F0A9B00-F15E-B34A-BA0C-778E128135C4}" type="presParOf" srcId="{56E2A3C0-902C-AB45-96EF-0CD65525A67C}" destId="{45AAFCDE-E40E-9949-99BF-2E04B53183FA}" srcOrd="7" destOrd="0" presId="urn:microsoft.com/office/officeart/2008/layout/LinedList"/>
    <dgm:cxn modelId="{3A129A5C-7AC4-7345-81B4-8436FDD5F0A0}" type="presParOf" srcId="{45AAFCDE-E40E-9949-99BF-2E04B53183FA}" destId="{9F5BB9EC-5173-9942-B9ED-818E2E89724E}" srcOrd="0" destOrd="0" presId="urn:microsoft.com/office/officeart/2008/layout/LinedList"/>
    <dgm:cxn modelId="{07FE88CF-328C-D84F-AD3A-D745123AE022}" type="presParOf" srcId="{45AAFCDE-E40E-9949-99BF-2E04B53183FA}" destId="{EF867116-F15D-0349-B772-22B0C386E09B}" srcOrd="1" destOrd="0" presId="urn:microsoft.com/office/officeart/2008/layout/LinedList"/>
    <dgm:cxn modelId="{8399B7D8-3A68-8445-9CAE-A2430C940605}" type="presParOf" srcId="{56E2A3C0-902C-AB45-96EF-0CD65525A67C}" destId="{0863928E-040C-594E-B18B-EC96DBF404E9}" srcOrd="8" destOrd="0" presId="urn:microsoft.com/office/officeart/2008/layout/LinedList"/>
    <dgm:cxn modelId="{3C195A17-FCA9-F946-83AD-669C6C5506ED}" type="presParOf" srcId="{56E2A3C0-902C-AB45-96EF-0CD65525A67C}" destId="{C592953A-ADCA-204D-B73B-C5D0E4B077E2}" srcOrd="9" destOrd="0" presId="urn:microsoft.com/office/officeart/2008/layout/LinedList"/>
    <dgm:cxn modelId="{0AFDFACE-61F9-144A-B889-C2E16D2079A1}" type="presParOf" srcId="{C592953A-ADCA-204D-B73B-C5D0E4B077E2}" destId="{D69DAA17-25C6-804A-A2F7-0F975FA046EE}" srcOrd="0" destOrd="0" presId="urn:microsoft.com/office/officeart/2008/layout/LinedList"/>
    <dgm:cxn modelId="{1EF4FAE0-C2B4-8048-B4DC-107B7180D460}" type="presParOf" srcId="{C592953A-ADCA-204D-B73B-C5D0E4B077E2}" destId="{7B0C9239-77F4-D642-ABDA-D17933533B2F}" srcOrd="1" destOrd="0" presId="urn:microsoft.com/office/officeart/2008/layout/LinedList"/>
    <dgm:cxn modelId="{CC34FD35-CDB9-734E-BFC0-2A9939304F4D}" type="presParOf" srcId="{56E2A3C0-902C-AB45-96EF-0CD65525A67C}" destId="{C0CBBD55-52C0-8F45-AE27-56792BB0EF68}" srcOrd="10" destOrd="0" presId="urn:microsoft.com/office/officeart/2008/layout/LinedList"/>
    <dgm:cxn modelId="{3D45C12E-BE69-EB45-967B-D64236067790}" type="presParOf" srcId="{56E2A3C0-902C-AB45-96EF-0CD65525A67C}" destId="{A3D67CFB-A73A-394B-B027-DB6AB972A7B6}" srcOrd="11" destOrd="0" presId="urn:microsoft.com/office/officeart/2008/layout/LinedList"/>
    <dgm:cxn modelId="{2A72EC95-2710-324B-933F-C542B72CB2E4}" type="presParOf" srcId="{A3D67CFB-A73A-394B-B027-DB6AB972A7B6}" destId="{81294F76-60EB-594F-9A2C-3C386D530CE1}" srcOrd="0" destOrd="0" presId="urn:microsoft.com/office/officeart/2008/layout/LinedList"/>
    <dgm:cxn modelId="{840B8973-EBAE-9A4A-B50E-B849ABDD6C5A}" type="presParOf" srcId="{A3D67CFB-A73A-394B-B027-DB6AB972A7B6}" destId="{792C2D2F-8CF7-F44A-A253-F0838981FB1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D751FA-1853-4C29-91A2-B4A9BFF4110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34DE579-CD75-4D8C-B68E-9CB9165332D3}">
      <dgm:prSet custT="1"/>
      <dgm:spPr/>
      <dgm:t>
        <a:bodyPr/>
        <a:lstStyle/>
        <a:p>
          <a:r>
            <a:rPr lang="en-US" sz="2400" b="1" dirty="0">
              <a:latin typeface="Calibri" panose="020F0502020204030204" pitchFamily="34" charset="0"/>
              <a:cs typeface="Calibri" panose="020F0502020204030204" pitchFamily="34" charset="0"/>
            </a:rPr>
            <a:t>Project Objective: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49126EB-47B9-434F-AC63-B7A7EADEC157}" type="parTrans" cxnId="{2B6CD13D-5B0E-4BD0-8738-4D57531A7ED9}">
      <dgm:prSet/>
      <dgm:spPr/>
      <dgm:t>
        <a:bodyPr/>
        <a:lstStyle/>
        <a:p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CB7D696-C90D-47EE-A096-FBA5CE753347}" type="sibTrans" cxnId="{2B6CD13D-5B0E-4BD0-8738-4D57531A7ED9}">
      <dgm:prSet/>
      <dgm:spPr/>
      <dgm:t>
        <a:bodyPr/>
        <a:lstStyle/>
        <a:p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293268F-A11D-422C-B8D2-8B6624A1001D}">
      <dgm:prSet custT="1"/>
      <dgm:spPr/>
      <dgm:t>
        <a:bodyPr/>
        <a:lstStyle/>
        <a:p>
          <a:r>
            <a:rPr lang="en-IN" sz="2400" dirty="0">
              <a:latin typeface="Calibri" panose="020F0502020204030204" pitchFamily="34" charset="0"/>
              <a:cs typeface="Calibri" panose="020F0502020204030204" pitchFamily="34" charset="0"/>
            </a:rPr>
            <a:t>To </a:t>
          </a:r>
          <a:r>
            <a:rPr lang="en-IN" sz="2400" dirty="0" err="1">
              <a:latin typeface="Calibri" panose="020F0502020204030204" pitchFamily="34" charset="0"/>
              <a:cs typeface="Calibri" panose="020F0502020204030204" pitchFamily="34" charset="0"/>
            </a:rPr>
            <a:t>analyze</a:t>
          </a:r>
          <a:r>
            <a:rPr lang="en-IN" sz="2400" dirty="0">
              <a:latin typeface="Calibri" panose="020F0502020204030204" pitchFamily="34" charset="0"/>
              <a:cs typeface="Calibri" panose="020F0502020204030204" pitchFamily="34" charset="0"/>
            </a:rPr>
            <a:t> lung cancer incidence and mortality across U.S. counties and identify demographic, </a:t>
          </a:r>
          <a:r>
            <a:rPr lang="en-IN" sz="2400" dirty="0" err="1">
              <a:latin typeface="Calibri" panose="020F0502020204030204" pitchFamily="34" charset="0"/>
              <a:cs typeface="Calibri" panose="020F0502020204030204" pitchFamily="34" charset="0"/>
            </a:rPr>
            <a:t>behavioral</a:t>
          </a:r>
          <a:r>
            <a:rPr lang="en-IN" sz="2400" dirty="0">
              <a:latin typeface="Calibri" panose="020F0502020204030204" pitchFamily="34" charset="0"/>
              <a:cs typeface="Calibri" panose="020F0502020204030204" pitchFamily="34" charset="0"/>
            </a:rPr>
            <a:t>, and screening-related factors associated with lung cancer burden.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F4F1EB6-5BFA-476D-A795-8BE444B71F2D}" type="parTrans" cxnId="{7ED96598-B149-46F3-AD18-980C3DB953C4}">
      <dgm:prSet/>
      <dgm:spPr/>
      <dgm:t>
        <a:bodyPr/>
        <a:lstStyle/>
        <a:p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2E0045B-35FB-4E95-9785-71AF979D6C31}" type="sibTrans" cxnId="{7ED96598-B149-46F3-AD18-980C3DB953C4}">
      <dgm:prSet/>
      <dgm:spPr/>
      <dgm:t>
        <a:bodyPr/>
        <a:lstStyle/>
        <a:p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54F66D9-BF91-4D7C-B4F5-BD669654D93F}">
      <dgm:prSet custT="1"/>
      <dgm:spPr/>
      <dgm:t>
        <a:bodyPr/>
        <a:lstStyle/>
        <a:p>
          <a:r>
            <a:rPr lang="en-US" sz="2400" b="1" dirty="0">
              <a:latin typeface="Calibri" panose="020F0502020204030204" pitchFamily="34" charset="0"/>
              <a:cs typeface="Calibri" panose="020F0502020204030204" pitchFamily="34" charset="0"/>
            </a:rPr>
            <a:t>Problem Statement: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7E72944-4B34-4C34-A4E5-F20E851FE50F}" type="parTrans" cxnId="{F53A7B98-6BBE-4545-8B83-BDAFE65FCB67}">
      <dgm:prSet/>
      <dgm:spPr/>
      <dgm:t>
        <a:bodyPr/>
        <a:lstStyle/>
        <a:p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FBB7903-F944-4CA5-8791-9A917F27D77B}" type="sibTrans" cxnId="{F53A7B98-6BBE-4545-8B83-BDAFE65FCB67}">
      <dgm:prSet/>
      <dgm:spPr/>
      <dgm:t>
        <a:bodyPr/>
        <a:lstStyle/>
        <a:p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D266E1B-A5B5-42B3-851E-4FA86C2E7CFA}">
      <dgm:prSet custT="1"/>
      <dgm:spPr/>
      <dgm:t>
        <a:bodyPr/>
        <a:lstStyle/>
        <a:p>
          <a:r>
            <a:rPr lang="en-IN" sz="2400" dirty="0">
              <a:latin typeface="Calibri" panose="020F0502020204030204" pitchFamily="34" charset="0"/>
              <a:cs typeface="Calibri" panose="020F0502020204030204" pitchFamily="34" charset="0"/>
            </a:rPr>
            <a:t>Lung cancer remains a leading cause of cancer-related deaths in the United States. Understanding population-level patterns can support improved screening, prevention, and public health planning.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4318E9B-7F62-4CC1-BC85-6A5280E9C7A7}" type="parTrans" cxnId="{5CEFD331-E707-4D61-83B5-A08D2CF4DF58}">
      <dgm:prSet/>
      <dgm:spPr/>
      <dgm:t>
        <a:bodyPr/>
        <a:lstStyle/>
        <a:p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7E6E586-3194-467A-8DC5-7214CCA9BB83}" type="sibTrans" cxnId="{5CEFD331-E707-4D61-83B5-A08D2CF4DF58}">
      <dgm:prSet/>
      <dgm:spPr/>
      <dgm:t>
        <a:bodyPr/>
        <a:lstStyle/>
        <a:p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B09BC48-5C0D-4642-8500-C5746A5457A2}" type="pres">
      <dgm:prSet presAssocID="{05D751FA-1853-4C29-91A2-B4A9BFF41105}" presName="vert0" presStyleCnt="0">
        <dgm:presLayoutVars>
          <dgm:dir/>
          <dgm:animOne val="branch"/>
          <dgm:animLvl val="lvl"/>
        </dgm:presLayoutVars>
      </dgm:prSet>
      <dgm:spPr/>
    </dgm:pt>
    <dgm:pt modelId="{6E5CCA18-6B74-B84D-ADFC-D370BF7E3AB4}" type="pres">
      <dgm:prSet presAssocID="{C34DE579-CD75-4D8C-B68E-9CB9165332D3}" presName="thickLine" presStyleLbl="alignNode1" presStyleIdx="0" presStyleCnt="4"/>
      <dgm:spPr/>
    </dgm:pt>
    <dgm:pt modelId="{153E1B6E-32C7-5D42-A0EE-F59C5E19C260}" type="pres">
      <dgm:prSet presAssocID="{C34DE579-CD75-4D8C-B68E-9CB9165332D3}" presName="horz1" presStyleCnt="0"/>
      <dgm:spPr/>
    </dgm:pt>
    <dgm:pt modelId="{C361C86B-22D4-D84F-8050-4C78D9F70287}" type="pres">
      <dgm:prSet presAssocID="{C34DE579-CD75-4D8C-B68E-9CB9165332D3}" presName="tx1" presStyleLbl="revTx" presStyleIdx="0" presStyleCnt="4"/>
      <dgm:spPr/>
    </dgm:pt>
    <dgm:pt modelId="{412A7656-9CB9-454A-8A88-1038BF4E236B}" type="pres">
      <dgm:prSet presAssocID="{C34DE579-CD75-4D8C-B68E-9CB9165332D3}" presName="vert1" presStyleCnt="0"/>
      <dgm:spPr/>
    </dgm:pt>
    <dgm:pt modelId="{83D88A69-4BEB-424A-AE97-AC456EE5E185}" type="pres">
      <dgm:prSet presAssocID="{1293268F-A11D-422C-B8D2-8B6624A1001D}" presName="thickLine" presStyleLbl="alignNode1" presStyleIdx="1" presStyleCnt="4" custLinFactNeighborX="-44" custLinFactNeighborY="-53364"/>
      <dgm:spPr/>
    </dgm:pt>
    <dgm:pt modelId="{3B5103F9-E1DA-2842-9D7C-91F3867E6DC9}" type="pres">
      <dgm:prSet presAssocID="{1293268F-A11D-422C-B8D2-8B6624A1001D}" presName="horz1" presStyleCnt="0"/>
      <dgm:spPr/>
    </dgm:pt>
    <dgm:pt modelId="{21EF0A27-8572-594B-86C1-F001FDE0888A}" type="pres">
      <dgm:prSet presAssocID="{1293268F-A11D-422C-B8D2-8B6624A1001D}" presName="tx1" presStyleLbl="revTx" presStyleIdx="1" presStyleCnt="4" custScaleY="103638" custLinFactNeighborX="53" custLinFactNeighborY="-49045"/>
      <dgm:spPr/>
    </dgm:pt>
    <dgm:pt modelId="{93A77261-9276-F340-8125-65C8ED60D8A5}" type="pres">
      <dgm:prSet presAssocID="{1293268F-A11D-422C-B8D2-8B6624A1001D}" presName="vert1" presStyleCnt="0"/>
      <dgm:spPr/>
    </dgm:pt>
    <dgm:pt modelId="{2C56CBA3-D8CC-B844-BFA5-A9CC48587C8A}" type="pres">
      <dgm:prSet presAssocID="{154F66D9-BF91-4D7C-B4F5-BD669654D93F}" presName="thickLine" presStyleLbl="alignNode1" presStyleIdx="2" presStyleCnt="4"/>
      <dgm:spPr/>
    </dgm:pt>
    <dgm:pt modelId="{176AF7C8-75CB-584E-BF1F-B6C101EC5B64}" type="pres">
      <dgm:prSet presAssocID="{154F66D9-BF91-4D7C-B4F5-BD669654D93F}" presName="horz1" presStyleCnt="0"/>
      <dgm:spPr/>
    </dgm:pt>
    <dgm:pt modelId="{E503AE25-1AB2-6E40-B760-7B24DB0AF2BD}" type="pres">
      <dgm:prSet presAssocID="{154F66D9-BF91-4D7C-B4F5-BD669654D93F}" presName="tx1" presStyleLbl="revTx" presStyleIdx="2" presStyleCnt="4"/>
      <dgm:spPr/>
    </dgm:pt>
    <dgm:pt modelId="{46AAEF20-CFA5-4843-821B-AA6966B654BB}" type="pres">
      <dgm:prSet presAssocID="{154F66D9-BF91-4D7C-B4F5-BD669654D93F}" presName="vert1" presStyleCnt="0"/>
      <dgm:spPr/>
    </dgm:pt>
    <dgm:pt modelId="{7D4811BE-A0D3-194A-AED4-EEC5D43EED2B}" type="pres">
      <dgm:prSet presAssocID="{5D266E1B-A5B5-42B3-851E-4FA86C2E7CFA}" presName="thickLine" presStyleLbl="alignNode1" presStyleIdx="3" presStyleCnt="4" custLinFactNeighborX="-454" custLinFactNeighborY="-46958"/>
      <dgm:spPr/>
    </dgm:pt>
    <dgm:pt modelId="{3ECA0FE3-AB4C-5448-AE53-51F125BD08F3}" type="pres">
      <dgm:prSet presAssocID="{5D266E1B-A5B5-42B3-851E-4FA86C2E7CFA}" presName="horz1" presStyleCnt="0"/>
      <dgm:spPr/>
    </dgm:pt>
    <dgm:pt modelId="{0BF77C06-F3E7-3D47-9846-F275F3DD4B59}" type="pres">
      <dgm:prSet presAssocID="{5D266E1B-A5B5-42B3-851E-4FA86C2E7CFA}" presName="tx1" presStyleLbl="revTx" presStyleIdx="3" presStyleCnt="4" custLinFactNeighborX="-44" custLinFactNeighborY="-42784"/>
      <dgm:spPr/>
    </dgm:pt>
    <dgm:pt modelId="{A0027457-F418-C543-8BB9-B98BC1C259D8}" type="pres">
      <dgm:prSet presAssocID="{5D266E1B-A5B5-42B3-851E-4FA86C2E7CFA}" presName="vert1" presStyleCnt="0"/>
      <dgm:spPr/>
    </dgm:pt>
  </dgm:ptLst>
  <dgm:cxnLst>
    <dgm:cxn modelId="{5CEFD331-E707-4D61-83B5-A08D2CF4DF58}" srcId="{05D751FA-1853-4C29-91A2-B4A9BFF41105}" destId="{5D266E1B-A5B5-42B3-851E-4FA86C2E7CFA}" srcOrd="3" destOrd="0" parTransId="{74318E9B-7F62-4CC1-BC85-6A5280E9C7A7}" sibTransId="{67E6E586-3194-467A-8DC5-7214CCA9BB83}"/>
    <dgm:cxn modelId="{72215F33-D743-4042-B81E-BC8A69FFC8CD}" type="presOf" srcId="{1293268F-A11D-422C-B8D2-8B6624A1001D}" destId="{21EF0A27-8572-594B-86C1-F001FDE0888A}" srcOrd="0" destOrd="0" presId="urn:microsoft.com/office/officeart/2008/layout/LinedList"/>
    <dgm:cxn modelId="{2B6CD13D-5B0E-4BD0-8738-4D57531A7ED9}" srcId="{05D751FA-1853-4C29-91A2-B4A9BFF41105}" destId="{C34DE579-CD75-4D8C-B68E-9CB9165332D3}" srcOrd="0" destOrd="0" parTransId="{049126EB-47B9-434F-AC63-B7A7EADEC157}" sibTransId="{8CB7D696-C90D-47EE-A096-FBA5CE753347}"/>
    <dgm:cxn modelId="{99DFE245-5FFD-8849-A845-B1990573E24B}" type="presOf" srcId="{C34DE579-CD75-4D8C-B68E-9CB9165332D3}" destId="{C361C86B-22D4-D84F-8050-4C78D9F70287}" srcOrd="0" destOrd="0" presId="urn:microsoft.com/office/officeart/2008/layout/LinedList"/>
    <dgm:cxn modelId="{621DE371-98DF-EA46-9FC8-47005BF14D81}" type="presOf" srcId="{05D751FA-1853-4C29-91A2-B4A9BFF41105}" destId="{3B09BC48-5C0D-4642-8500-C5746A5457A2}" srcOrd="0" destOrd="0" presId="urn:microsoft.com/office/officeart/2008/layout/LinedList"/>
    <dgm:cxn modelId="{7ED96598-B149-46F3-AD18-980C3DB953C4}" srcId="{05D751FA-1853-4C29-91A2-B4A9BFF41105}" destId="{1293268F-A11D-422C-B8D2-8B6624A1001D}" srcOrd="1" destOrd="0" parTransId="{0F4F1EB6-5BFA-476D-A795-8BE444B71F2D}" sibTransId="{02E0045B-35FB-4E95-9785-71AF979D6C31}"/>
    <dgm:cxn modelId="{F53A7B98-6BBE-4545-8B83-BDAFE65FCB67}" srcId="{05D751FA-1853-4C29-91A2-B4A9BFF41105}" destId="{154F66D9-BF91-4D7C-B4F5-BD669654D93F}" srcOrd="2" destOrd="0" parTransId="{07E72944-4B34-4C34-A4E5-F20E851FE50F}" sibTransId="{DFBB7903-F944-4CA5-8791-9A917F27D77B}"/>
    <dgm:cxn modelId="{2D9F3EA9-F864-4345-BC69-B936E0BFD0D2}" type="presOf" srcId="{5D266E1B-A5B5-42B3-851E-4FA86C2E7CFA}" destId="{0BF77C06-F3E7-3D47-9846-F275F3DD4B59}" srcOrd="0" destOrd="0" presId="urn:microsoft.com/office/officeart/2008/layout/LinedList"/>
    <dgm:cxn modelId="{F1706AEC-1D32-0541-A075-1EE6160190C7}" type="presOf" srcId="{154F66D9-BF91-4D7C-B4F5-BD669654D93F}" destId="{E503AE25-1AB2-6E40-B760-7B24DB0AF2BD}" srcOrd="0" destOrd="0" presId="urn:microsoft.com/office/officeart/2008/layout/LinedList"/>
    <dgm:cxn modelId="{7A753566-F787-9D4E-BFA4-2FF02C4ADB27}" type="presParOf" srcId="{3B09BC48-5C0D-4642-8500-C5746A5457A2}" destId="{6E5CCA18-6B74-B84D-ADFC-D370BF7E3AB4}" srcOrd="0" destOrd="0" presId="urn:microsoft.com/office/officeart/2008/layout/LinedList"/>
    <dgm:cxn modelId="{8D6EC94C-FBE5-864D-A53A-AA3617D98C3B}" type="presParOf" srcId="{3B09BC48-5C0D-4642-8500-C5746A5457A2}" destId="{153E1B6E-32C7-5D42-A0EE-F59C5E19C260}" srcOrd="1" destOrd="0" presId="urn:microsoft.com/office/officeart/2008/layout/LinedList"/>
    <dgm:cxn modelId="{E3328AF1-4B49-3F43-AEF0-F2A8D9649349}" type="presParOf" srcId="{153E1B6E-32C7-5D42-A0EE-F59C5E19C260}" destId="{C361C86B-22D4-D84F-8050-4C78D9F70287}" srcOrd="0" destOrd="0" presId="urn:microsoft.com/office/officeart/2008/layout/LinedList"/>
    <dgm:cxn modelId="{CEA22EF5-17AF-1047-ADA0-D3F2A5CBD915}" type="presParOf" srcId="{153E1B6E-32C7-5D42-A0EE-F59C5E19C260}" destId="{412A7656-9CB9-454A-8A88-1038BF4E236B}" srcOrd="1" destOrd="0" presId="urn:microsoft.com/office/officeart/2008/layout/LinedList"/>
    <dgm:cxn modelId="{42A9F943-C323-0242-AD05-3622458B1A79}" type="presParOf" srcId="{3B09BC48-5C0D-4642-8500-C5746A5457A2}" destId="{83D88A69-4BEB-424A-AE97-AC456EE5E185}" srcOrd="2" destOrd="0" presId="urn:microsoft.com/office/officeart/2008/layout/LinedList"/>
    <dgm:cxn modelId="{0334BF3A-FDD3-9746-AD27-700BF27BFBFE}" type="presParOf" srcId="{3B09BC48-5C0D-4642-8500-C5746A5457A2}" destId="{3B5103F9-E1DA-2842-9D7C-91F3867E6DC9}" srcOrd="3" destOrd="0" presId="urn:microsoft.com/office/officeart/2008/layout/LinedList"/>
    <dgm:cxn modelId="{FE02441B-DE75-E14C-A0BD-A657E7F08E10}" type="presParOf" srcId="{3B5103F9-E1DA-2842-9D7C-91F3867E6DC9}" destId="{21EF0A27-8572-594B-86C1-F001FDE0888A}" srcOrd="0" destOrd="0" presId="urn:microsoft.com/office/officeart/2008/layout/LinedList"/>
    <dgm:cxn modelId="{B22A3BD4-1143-E140-A517-4A707D621D1D}" type="presParOf" srcId="{3B5103F9-E1DA-2842-9D7C-91F3867E6DC9}" destId="{93A77261-9276-F340-8125-65C8ED60D8A5}" srcOrd="1" destOrd="0" presId="urn:microsoft.com/office/officeart/2008/layout/LinedList"/>
    <dgm:cxn modelId="{5DE6E06C-0CF3-B444-BE7D-026695A30271}" type="presParOf" srcId="{3B09BC48-5C0D-4642-8500-C5746A5457A2}" destId="{2C56CBA3-D8CC-B844-BFA5-A9CC48587C8A}" srcOrd="4" destOrd="0" presId="urn:microsoft.com/office/officeart/2008/layout/LinedList"/>
    <dgm:cxn modelId="{39F62FDB-EF9D-3344-8D19-1EE64E93737D}" type="presParOf" srcId="{3B09BC48-5C0D-4642-8500-C5746A5457A2}" destId="{176AF7C8-75CB-584E-BF1F-B6C101EC5B64}" srcOrd="5" destOrd="0" presId="urn:microsoft.com/office/officeart/2008/layout/LinedList"/>
    <dgm:cxn modelId="{94E48EFF-4438-C643-8CE5-5DAE6F63698D}" type="presParOf" srcId="{176AF7C8-75CB-584E-BF1F-B6C101EC5B64}" destId="{E503AE25-1AB2-6E40-B760-7B24DB0AF2BD}" srcOrd="0" destOrd="0" presId="urn:microsoft.com/office/officeart/2008/layout/LinedList"/>
    <dgm:cxn modelId="{8617184C-DC49-3142-99D1-354D4651D1F7}" type="presParOf" srcId="{176AF7C8-75CB-584E-BF1F-B6C101EC5B64}" destId="{46AAEF20-CFA5-4843-821B-AA6966B654BB}" srcOrd="1" destOrd="0" presId="urn:microsoft.com/office/officeart/2008/layout/LinedList"/>
    <dgm:cxn modelId="{04416D6C-77F9-4746-ABDE-24CF9268B806}" type="presParOf" srcId="{3B09BC48-5C0D-4642-8500-C5746A5457A2}" destId="{7D4811BE-A0D3-194A-AED4-EEC5D43EED2B}" srcOrd="6" destOrd="0" presId="urn:microsoft.com/office/officeart/2008/layout/LinedList"/>
    <dgm:cxn modelId="{8927BD44-B983-274C-AA9F-6479D03BBB3B}" type="presParOf" srcId="{3B09BC48-5C0D-4642-8500-C5746A5457A2}" destId="{3ECA0FE3-AB4C-5448-AE53-51F125BD08F3}" srcOrd="7" destOrd="0" presId="urn:microsoft.com/office/officeart/2008/layout/LinedList"/>
    <dgm:cxn modelId="{F6AA253C-231F-8249-9585-CFB01E98D879}" type="presParOf" srcId="{3ECA0FE3-AB4C-5448-AE53-51F125BD08F3}" destId="{0BF77C06-F3E7-3D47-9846-F275F3DD4B59}" srcOrd="0" destOrd="0" presId="urn:microsoft.com/office/officeart/2008/layout/LinedList"/>
    <dgm:cxn modelId="{9D129FF1-9BC6-594C-A1B9-665521CB73CA}" type="presParOf" srcId="{3ECA0FE3-AB4C-5448-AE53-51F125BD08F3}" destId="{A0027457-F418-C543-8BB9-B98BC1C259D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7EE464-A28D-4F95-BBD4-609FD84CC09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5E13198-FB8F-4776-B906-143B83D07E36}">
      <dgm:prSet custT="1"/>
      <dgm:spPr/>
      <dgm:t>
        <a:bodyPr/>
        <a:lstStyle/>
        <a:p>
          <a:r>
            <a:rPr lang="en-US" sz="2000" b="1">
              <a:latin typeface="Calibri" panose="020F0502020204030204" pitchFamily="34" charset="0"/>
              <a:cs typeface="Calibri" panose="020F0502020204030204" pitchFamily="34" charset="0"/>
            </a:rPr>
            <a:t>Type of Data:</a:t>
          </a:r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FFD8CF4-CB9E-4FA4-98D4-05EEEFD3936A}" type="parTrans" cxnId="{5B81993B-8619-451A-893A-384195759FBB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58BF34E-BC8D-4519-B6EC-FE7FBC9BC1CE}" type="sibTrans" cxnId="{5B81993B-8619-451A-893A-384195759FBB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7277E26-335C-4A43-B994-809213F1BA83}">
      <dgm:prSet custT="1"/>
      <dgm:spPr/>
      <dgm:t>
        <a:bodyPr/>
        <a:lstStyle/>
        <a:p>
          <a:r>
            <a:rPr lang="en-US" sz="2000" dirty="0">
              <a:latin typeface="Calibri" panose="020F0502020204030204" pitchFamily="34" charset="0"/>
              <a:cs typeface="Calibri" panose="020F0502020204030204" pitchFamily="34" charset="0"/>
            </a:rPr>
            <a:t>Population-level, aggregated data</a:t>
          </a:r>
        </a:p>
      </dgm:t>
    </dgm:pt>
    <dgm:pt modelId="{23098E78-0113-4F9F-9B1E-6CC41350449A}" type="parTrans" cxnId="{96816C7B-3F96-4326-B29B-E23A22D08925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2F216CF-5288-40B3-B7B3-5F8B2A055C25}" type="sibTrans" cxnId="{96816C7B-3F96-4326-B29B-E23A22D08925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B269296-7AA5-448F-B80D-1BABB8C6AC0B}">
      <dgm:prSet custT="1"/>
      <dgm:spPr/>
      <dgm:t>
        <a:bodyPr/>
        <a:lstStyle/>
        <a:p>
          <a:r>
            <a:rPr lang="en-US" sz="2000" dirty="0">
              <a:latin typeface="Calibri" panose="020F0502020204030204" pitchFamily="34" charset="0"/>
              <a:cs typeface="Calibri" panose="020F0502020204030204" pitchFamily="34" charset="0"/>
            </a:rPr>
            <a:t>County-level (U.S.)</a:t>
          </a:r>
        </a:p>
      </dgm:t>
    </dgm:pt>
    <dgm:pt modelId="{97C213F1-0ABF-42FE-9643-0F2DCB919710}" type="parTrans" cxnId="{78EAD6BC-EDE8-4B1D-B1A0-DB7EF5ADB531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F3B5169-6E53-4470-B65E-C804243A646D}" type="sibTrans" cxnId="{78EAD6BC-EDE8-4B1D-B1A0-DB7EF5ADB531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FCE422E-E693-4FDB-9446-BEF5D5AE60EF}">
      <dgm:prSet custT="1"/>
      <dgm:spPr/>
      <dgm:t>
        <a:bodyPr/>
        <a:lstStyle/>
        <a:p>
          <a:r>
            <a:rPr lang="en-US" sz="2000">
              <a:latin typeface="Calibri" panose="020F0502020204030204" pitchFamily="34" charset="0"/>
              <a:cs typeface="Calibri" panose="020F0502020204030204" pitchFamily="34" charset="0"/>
            </a:rPr>
            <a:t>Publicly available government datasets</a:t>
          </a:r>
        </a:p>
      </dgm:t>
    </dgm:pt>
    <dgm:pt modelId="{F13BAFF5-A83B-46C2-B0D1-C37885EEB288}" type="parTrans" cxnId="{33486FA7-BC12-46EB-8388-A562DA474A0E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219B0D0-E0C0-46ED-BE8F-F79E2DAAE759}" type="sibTrans" cxnId="{33486FA7-BC12-46EB-8388-A562DA474A0E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A482210-BE86-4537-9D87-4B2F77923FD8}">
      <dgm:prSet custT="1"/>
      <dgm:spPr/>
      <dgm:t>
        <a:bodyPr/>
        <a:lstStyle/>
        <a:p>
          <a:r>
            <a:rPr lang="en-US" sz="2000" b="1" dirty="0">
              <a:latin typeface="Calibri" panose="020F0502020204030204" pitchFamily="34" charset="0"/>
              <a:cs typeface="Calibri" panose="020F0502020204030204" pitchFamily="34" charset="0"/>
            </a:rPr>
            <a:t>Data Format:</a:t>
          </a:r>
          <a:endParaRPr lang="en-US" sz="20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CB50952-AE7B-422E-8905-5E58B09D11B7}" type="parTrans" cxnId="{2A8C7C2D-BCAC-4356-973D-6DAACF817A67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1A35F92-F403-413C-A3B4-D97D1BAF35F4}" type="sibTrans" cxnId="{2A8C7C2D-BCAC-4356-973D-6DAACF817A67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488D300-403F-4C6E-BAF4-AC4D08CD336B}">
      <dgm:prSet custT="1"/>
      <dgm:spPr/>
      <dgm:t>
        <a:bodyPr/>
        <a:lstStyle/>
        <a:p>
          <a:r>
            <a:rPr lang="en-US" sz="2000" dirty="0">
              <a:latin typeface="Calibri" panose="020F0502020204030204" pitchFamily="34" charset="0"/>
              <a:cs typeface="Calibri" panose="020F0502020204030204" pitchFamily="34" charset="0"/>
            </a:rPr>
            <a:t>CSV (.csv) files</a:t>
          </a:r>
        </a:p>
      </dgm:t>
    </dgm:pt>
    <dgm:pt modelId="{39A2AA37-B922-4A29-9F74-46051152827C}" type="parTrans" cxnId="{E6056797-2B41-4D03-BF46-5C1A01621723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B729961-6404-4AAE-AE8D-548BCD2C5601}" type="sibTrans" cxnId="{E6056797-2B41-4D03-BF46-5C1A01621723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F5E69CC-68C5-468C-81E6-321CBA96353F}">
      <dgm:prSet custT="1"/>
      <dgm:spPr/>
      <dgm:t>
        <a:bodyPr/>
        <a:lstStyle/>
        <a:p>
          <a:r>
            <a:rPr lang="en-US" sz="2000" b="1">
              <a:latin typeface="Calibri" panose="020F0502020204030204" pitchFamily="34" charset="0"/>
              <a:cs typeface="Calibri" panose="020F0502020204030204" pitchFamily="34" charset="0"/>
            </a:rPr>
            <a:t>Time Coverage:</a:t>
          </a:r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4C8B8D9-1ABE-4BC5-8875-6CD18CDDDCDB}" type="parTrans" cxnId="{BBE34E28-A3FF-4282-8068-FB524C6E0F56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FE5A8FC-4D9B-4C69-9308-1D5C4F65B04D}" type="sibTrans" cxnId="{BBE34E28-A3FF-4282-8068-FB524C6E0F56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4970E1F-931C-43D9-B838-7605179EE3FA}">
      <dgm:prSet custT="1"/>
      <dgm:spPr/>
      <dgm:t>
        <a:bodyPr/>
        <a:lstStyle/>
        <a:p>
          <a:r>
            <a:rPr lang="en-US" sz="2000">
              <a:latin typeface="Calibri" panose="020F0502020204030204" pitchFamily="34" charset="0"/>
              <a:cs typeface="Calibri" panose="020F0502020204030204" pitchFamily="34" charset="0"/>
            </a:rPr>
            <a:t>Multiple recent years (depending on dataset)</a:t>
          </a:r>
        </a:p>
      </dgm:t>
    </dgm:pt>
    <dgm:pt modelId="{08A9C926-93A4-444E-A612-85F2E732C3C3}" type="parTrans" cxnId="{39B919F0-D3C5-4C67-A0C6-F6E9ADDBA9D8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E2DEBB2-763B-4AE3-B9B0-D468D6FD0A54}" type="sibTrans" cxnId="{39B919F0-D3C5-4C67-A0C6-F6E9ADDBA9D8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2CCE18E-E07B-46D1-ADC6-F090C33FBDD2}">
      <dgm:prSet custT="1"/>
      <dgm:spPr/>
      <dgm:t>
        <a:bodyPr/>
        <a:lstStyle/>
        <a:p>
          <a:r>
            <a:rPr lang="en-US" sz="2000" b="1">
              <a:latin typeface="Calibri" panose="020F0502020204030204" pitchFamily="34" charset="0"/>
              <a:cs typeface="Calibri" panose="020F0502020204030204" pitchFamily="34" charset="0"/>
            </a:rPr>
            <a:t>Data Source:</a:t>
          </a:r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C01A146-97A3-4D34-859D-561B648898F6}" type="parTrans" cxnId="{73879354-9452-4CF2-8E61-82BC59E2636D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873B83F-2C93-452A-ACAB-6BA8C21ED595}" type="sibTrans" cxnId="{73879354-9452-4CF2-8E61-82BC59E2636D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E8786D6-7262-4BDF-8C46-5713BE135025}">
      <dgm:prSet custT="1"/>
      <dgm:spPr/>
      <dgm:t>
        <a:bodyPr/>
        <a:lstStyle/>
        <a:p>
          <a:r>
            <a:rPr lang="en-US" sz="2000">
              <a:latin typeface="Calibri" panose="020F0502020204030204" pitchFamily="34" charset="0"/>
              <a:cs typeface="Calibri" panose="020F0502020204030204" pitchFamily="34" charset="0"/>
            </a:rPr>
            <a:t>NIH; National Cancer Institute</a:t>
          </a:r>
        </a:p>
      </dgm:t>
    </dgm:pt>
    <dgm:pt modelId="{9A0FAB59-5ADA-4A4C-AC9E-2B42D940FB72}" type="parTrans" cxnId="{9BBFCD88-CB7D-4293-86BC-129EEA3FB3C9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3CA5F53-672D-482A-A322-751A81F6E908}" type="sibTrans" cxnId="{9BBFCD88-CB7D-4293-86BC-129EEA3FB3C9}">
      <dgm:prSet/>
      <dgm:spPr/>
      <dgm:t>
        <a:bodyPr/>
        <a:lstStyle/>
        <a:p>
          <a:endParaRPr lang="en-US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E9AA323-0AF0-2749-B7C6-991DDC39D2E7}" type="pres">
      <dgm:prSet presAssocID="{5E7EE464-A28D-4F95-BBD4-609FD84CC09E}" presName="linear" presStyleCnt="0">
        <dgm:presLayoutVars>
          <dgm:animLvl val="lvl"/>
          <dgm:resizeHandles val="exact"/>
        </dgm:presLayoutVars>
      </dgm:prSet>
      <dgm:spPr/>
    </dgm:pt>
    <dgm:pt modelId="{B7A99CC4-678A-ED42-8959-E1B3BB3B921B}" type="pres">
      <dgm:prSet presAssocID="{25E13198-FB8F-4776-B906-143B83D07E3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38436C7-581D-2047-ACD7-325388988EED}" type="pres">
      <dgm:prSet presAssocID="{25E13198-FB8F-4776-B906-143B83D07E36}" presName="childText" presStyleLbl="revTx" presStyleIdx="0" presStyleCnt="4">
        <dgm:presLayoutVars>
          <dgm:bulletEnabled val="1"/>
        </dgm:presLayoutVars>
      </dgm:prSet>
      <dgm:spPr/>
    </dgm:pt>
    <dgm:pt modelId="{D63CD536-3637-324A-BD84-03ABD9D5C4DC}" type="pres">
      <dgm:prSet presAssocID="{DA482210-BE86-4537-9D87-4B2F77923FD8}" presName="parentText" presStyleLbl="node1" presStyleIdx="1" presStyleCnt="4" custLinFactNeighborY="26239">
        <dgm:presLayoutVars>
          <dgm:chMax val="0"/>
          <dgm:bulletEnabled val="1"/>
        </dgm:presLayoutVars>
      </dgm:prSet>
      <dgm:spPr/>
    </dgm:pt>
    <dgm:pt modelId="{4DFFD83F-20E0-9040-81A9-46696E97D681}" type="pres">
      <dgm:prSet presAssocID="{DA482210-BE86-4537-9D87-4B2F77923FD8}" presName="childText" presStyleLbl="revTx" presStyleIdx="1" presStyleCnt="4" custLinFactNeighborY="18767">
        <dgm:presLayoutVars>
          <dgm:bulletEnabled val="1"/>
        </dgm:presLayoutVars>
      </dgm:prSet>
      <dgm:spPr/>
    </dgm:pt>
    <dgm:pt modelId="{B432E54B-203C-8740-A33E-B9A14403A72E}" type="pres">
      <dgm:prSet presAssocID="{BF5E69CC-68C5-468C-81E6-321CBA96353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C180E3B-1C0B-C44B-BE1D-C61270B6DB40}" type="pres">
      <dgm:prSet presAssocID="{BF5E69CC-68C5-468C-81E6-321CBA96353F}" presName="childText" presStyleLbl="revTx" presStyleIdx="2" presStyleCnt="4">
        <dgm:presLayoutVars>
          <dgm:bulletEnabled val="1"/>
        </dgm:presLayoutVars>
      </dgm:prSet>
      <dgm:spPr/>
    </dgm:pt>
    <dgm:pt modelId="{2605C80C-F9C8-164B-947A-905FEEDA349F}" type="pres">
      <dgm:prSet presAssocID="{E2CCE18E-E07B-46D1-ADC6-F090C33FBDD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7937CB9-CD16-B54B-8B24-B12934CCE347}" type="pres">
      <dgm:prSet presAssocID="{E2CCE18E-E07B-46D1-ADC6-F090C33FBDD2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BBE34E28-A3FF-4282-8068-FB524C6E0F56}" srcId="{5E7EE464-A28D-4F95-BBD4-609FD84CC09E}" destId="{BF5E69CC-68C5-468C-81E6-321CBA96353F}" srcOrd="2" destOrd="0" parTransId="{34C8B8D9-1ABE-4BC5-8875-6CD18CDDDCDB}" sibTransId="{7FE5A8FC-4D9B-4C69-9308-1D5C4F65B04D}"/>
    <dgm:cxn modelId="{344EEF28-C2BF-6540-B7BB-09E1B20CA501}" type="presOf" srcId="{1B269296-7AA5-448F-B80D-1BABB8C6AC0B}" destId="{138436C7-581D-2047-ACD7-325388988EED}" srcOrd="0" destOrd="1" presId="urn:microsoft.com/office/officeart/2005/8/layout/vList2"/>
    <dgm:cxn modelId="{D11F3A2A-7C02-6547-8853-7627FB68809C}" type="presOf" srcId="{CE8786D6-7262-4BDF-8C46-5713BE135025}" destId="{37937CB9-CD16-B54B-8B24-B12934CCE347}" srcOrd="0" destOrd="0" presId="urn:microsoft.com/office/officeart/2005/8/layout/vList2"/>
    <dgm:cxn modelId="{2A8C7C2D-BCAC-4356-973D-6DAACF817A67}" srcId="{5E7EE464-A28D-4F95-BBD4-609FD84CC09E}" destId="{DA482210-BE86-4537-9D87-4B2F77923FD8}" srcOrd="1" destOrd="0" parTransId="{BCB50952-AE7B-422E-8905-5E58B09D11B7}" sibTransId="{D1A35F92-F403-413C-A3B4-D97D1BAF35F4}"/>
    <dgm:cxn modelId="{5B81993B-8619-451A-893A-384195759FBB}" srcId="{5E7EE464-A28D-4F95-BBD4-609FD84CC09E}" destId="{25E13198-FB8F-4776-B906-143B83D07E36}" srcOrd="0" destOrd="0" parTransId="{8FFD8CF4-CB9E-4FA4-98D4-05EEEFD3936A}" sibTransId="{558BF34E-BC8D-4519-B6EC-FE7FBC9BC1CE}"/>
    <dgm:cxn modelId="{73879354-9452-4CF2-8E61-82BC59E2636D}" srcId="{5E7EE464-A28D-4F95-BBD4-609FD84CC09E}" destId="{E2CCE18E-E07B-46D1-ADC6-F090C33FBDD2}" srcOrd="3" destOrd="0" parTransId="{0C01A146-97A3-4D34-859D-561B648898F6}" sibTransId="{9873B83F-2C93-452A-ACAB-6BA8C21ED595}"/>
    <dgm:cxn modelId="{96816C7B-3F96-4326-B29B-E23A22D08925}" srcId="{25E13198-FB8F-4776-B906-143B83D07E36}" destId="{87277E26-335C-4A43-B994-809213F1BA83}" srcOrd="0" destOrd="0" parTransId="{23098E78-0113-4F9F-9B1E-6CC41350449A}" sibTransId="{D2F216CF-5288-40B3-B7B3-5F8B2A055C25}"/>
    <dgm:cxn modelId="{D953EC86-C51A-434A-A49D-5CD7A6582853}" type="presOf" srcId="{F4970E1F-931C-43D9-B838-7605179EE3FA}" destId="{CC180E3B-1C0B-C44B-BE1D-C61270B6DB40}" srcOrd="0" destOrd="0" presId="urn:microsoft.com/office/officeart/2005/8/layout/vList2"/>
    <dgm:cxn modelId="{9BBFCD88-CB7D-4293-86BC-129EEA3FB3C9}" srcId="{E2CCE18E-E07B-46D1-ADC6-F090C33FBDD2}" destId="{CE8786D6-7262-4BDF-8C46-5713BE135025}" srcOrd="0" destOrd="0" parTransId="{9A0FAB59-5ADA-4A4C-AC9E-2B42D940FB72}" sibTransId="{73CA5F53-672D-482A-A322-751A81F6E908}"/>
    <dgm:cxn modelId="{E6056797-2B41-4D03-BF46-5C1A01621723}" srcId="{DA482210-BE86-4537-9D87-4B2F77923FD8}" destId="{5488D300-403F-4C6E-BAF4-AC4D08CD336B}" srcOrd="0" destOrd="0" parTransId="{39A2AA37-B922-4A29-9F74-46051152827C}" sibTransId="{DB729961-6404-4AAE-AE8D-548BCD2C5601}"/>
    <dgm:cxn modelId="{2D3451A5-BD92-7B4B-ABD5-32F2726A21B8}" type="presOf" srcId="{CFCE422E-E693-4FDB-9446-BEF5D5AE60EF}" destId="{138436C7-581D-2047-ACD7-325388988EED}" srcOrd="0" destOrd="2" presId="urn:microsoft.com/office/officeart/2005/8/layout/vList2"/>
    <dgm:cxn modelId="{33486FA7-BC12-46EB-8388-A562DA474A0E}" srcId="{25E13198-FB8F-4776-B906-143B83D07E36}" destId="{CFCE422E-E693-4FDB-9446-BEF5D5AE60EF}" srcOrd="2" destOrd="0" parTransId="{F13BAFF5-A83B-46C2-B0D1-C37885EEB288}" sibTransId="{B219B0D0-E0C0-46ED-BE8F-F79E2DAAE759}"/>
    <dgm:cxn modelId="{E3E319B1-4F2D-DC48-8385-3172CFD7B210}" type="presOf" srcId="{5E7EE464-A28D-4F95-BBD4-609FD84CC09E}" destId="{4E9AA323-0AF0-2749-B7C6-991DDC39D2E7}" srcOrd="0" destOrd="0" presId="urn:microsoft.com/office/officeart/2005/8/layout/vList2"/>
    <dgm:cxn modelId="{6691E8B8-A4FD-B24F-B2D1-B261223E5E84}" type="presOf" srcId="{E2CCE18E-E07B-46D1-ADC6-F090C33FBDD2}" destId="{2605C80C-F9C8-164B-947A-905FEEDA349F}" srcOrd="0" destOrd="0" presId="urn:microsoft.com/office/officeart/2005/8/layout/vList2"/>
    <dgm:cxn modelId="{DC3ABDBB-4F06-134D-81C1-DB1F773109B4}" type="presOf" srcId="{5488D300-403F-4C6E-BAF4-AC4D08CD336B}" destId="{4DFFD83F-20E0-9040-81A9-46696E97D681}" srcOrd="0" destOrd="0" presId="urn:microsoft.com/office/officeart/2005/8/layout/vList2"/>
    <dgm:cxn modelId="{35E051BC-95E6-2443-B20D-2A6A2A7BD5E1}" type="presOf" srcId="{87277E26-335C-4A43-B994-809213F1BA83}" destId="{138436C7-581D-2047-ACD7-325388988EED}" srcOrd="0" destOrd="0" presId="urn:microsoft.com/office/officeart/2005/8/layout/vList2"/>
    <dgm:cxn modelId="{78EAD6BC-EDE8-4B1D-B1A0-DB7EF5ADB531}" srcId="{25E13198-FB8F-4776-B906-143B83D07E36}" destId="{1B269296-7AA5-448F-B80D-1BABB8C6AC0B}" srcOrd="1" destOrd="0" parTransId="{97C213F1-0ABF-42FE-9643-0F2DCB919710}" sibTransId="{2F3B5169-6E53-4470-B65E-C804243A646D}"/>
    <dgm:cxn modelId="{5D04E4C4-0E70-3846-90B2-B0EFD35FBB64}" type="presOf" srcId="{25E13198-FB8F-4776-B906-143B83D07E36}" destId="{B7A99CC4-678A-ED42-8959-E1B3BB3B921B}" srcOrd="0" destOrd="0" presId="urn:microsoft.com/office/officeart/2005/8/layout/vList2"/>
    <dgm:cxn modelId="{CF6180CD-5788-A045-8D16-C01CAF1905BD}" type="presOf" srcId="{BF5E69CC-68C5-468C-81E6-321CBA96353F}" destId="{B432E54B-203C-8740-A33E-B9A14403A72E}" srcOrd="0" destOrd="0" presId="urn:microsoft.com/office/officeart/2005/8/layout/vList2"/>
    <dgm:cxn modelId="{39B919F0-D3C5-4C67-A0C6-F6E9ADDBA9D8}" srcId="{BF5E69CC-68C5-468C-81E6-321CBA96353F}" destId="{F4970E1F-931C-43D9-B838-7605179EE3FA}" srcOrd="0" destOrd="0" parTransId="{08A9C926-93A4-444E-A612-85F2E732C3C3}" sibTransId="{EE2DEBB2-763B-4AE3-B9B0-D468D6FD0A54}"/>
    <dgm:cxn modelId="{193B04F1-25FB-1C4E-948D-9917319D4C57}" type="presOf" srcId="{DA482210-BE86-4537-9D87-4B2F77923FD8}" destId="{D63CD536-3637-324A-BD84-03ABD9D5C4DC}" srcOrd="0" destOrd="0" presId="urn:microsoft.com/office/officeart/2005/8/layout/vList2"/>
    <dgm:cxn modelId="{BB92CC48-C212-0248-8269-EB92E483FBF4}" type="presParOf" srcId="{4E9AA323-0AF0-2749-B7C6-991DDC39D2E7}" destId="{B7A99CC4-678A-ED42-8959-E1B3BB3B921B}" srcOrd="0" destOrd="0" presId="urn:microsoft.com/office/officeart/2005/8/layout/vList2"/>
    <dgm:cxn modelId="{90B244EF-5FB6-4A43-B8C0-D703D8153F94}" type="presParOf" srcId="{4E9AA323-0AF0-2749-B7C6-991DDC39D2E7}" destId="{138436C7-581D-2047-ACD7-325388988EED}" srcOrd="1" destOrd="0" presId="urn:microsoft.com/office/officeart/2005/8/layout/vList2"/>
    <dgm:cxn modelId="{0FFA0399-7309-364D-A915-B7D4762FC9B3}" type="presParOf" srcId="{4E9AA323-0AF0-2749-B7C6-991DDC39D2E7}" destId="{D63CD536-3637-324A-BD84-03ABD9D5C4DC}" srcOrd="2" destOrd="0" presId="urn:microsoft.com/office/officeart/2005/8/layout/vList2"/>
    <dgm:cxn modelId="{C606ECF5-40F3-7142-ADD0-81A8BDB993B9}" type="presParOf" srcId="{4E9AA323-0AF0-2749-B7C6-991DDC39D2E7}" destId="{4DFFD83F-20E0-9040-81A9-46696E97D681}" srcOrd="3" destOrd="0" presId="urn:microsoft.com/office/officeart/2005/8/layout/vList2"/>
    <dgm:cxn modelId="{64F9AA04-F36F-4D4D-9948-3F424E22230E}" type="presParOf" srcId="{4E9AA323-0AF0-2749-B7C6-991DDC39D2E7}" destId="{B432E54B-203C-8740-A33E-B9A14403A72E}" srcOrd="4" destOrd="0" presId="urn:microsoft.com/office/officeart/2005/8/layout/vList2"/>
    <dgm:cxn modelId="{A6D960F7-C7B1-D249-B227-56ACDDFB7F69}" type="presParOf" srcId="{4E9AA323-0AF0-2749-B7C6-991DDC39D2E7}" destId="{CC180E3B-1C0B-C44B-BE1D-C61270B6DB40}" srcOrd="5" destOrd="0" presId="urn:microsoft.com/office/officeart/2005/8/layout/vList2"/>
    <dgm:cxn modelId="{35358FF5-A5F1-0548-9D7A-2CE9644228F2}" type="presParOf" srcId="{4E9AA323-0AF0-2749-B7C6-991DDC39D2E7}" destId="{2605C80C-F9C8-164B-947A-905FEEDA349F}" srcOrd="6" destOrd="0" presId="urn:microsoft.com/office/officeart/2005/8/layout/vList2"/>
    <dgm:cxn modelId="{88520693-0B4C-C54F-9949-3D30264DFBC5}" type="presParOf" srcId="{4E9AA323-0AF0-2749-B7C6-991DDC39D2E7}" destId="{37937CB9-CD16-B54B-8B24-B12934CCE347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C5CF4A-BFAE-406F-8319-43EEF746C9E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BF45DFE-644D-4867-AD6D-F0718DA9121E}">
      <dgm:prSet/>
      <dgm:spPr/>
      <dgm:t>
        <a:bodyPr/>
        <a:lstStyle/>
        <a:p>
          <a:r>
            <a:rPr lang="en-IN"/>
            <a:t>Data were collected from official U.S. cancer surveillance systems.</a:t>
          </a:r>
          <a:endParaRPr lang="en-US"/>
        </a:p>
      </dgm:t>
    </dgm:pt>
    <dgm:pt modelId="{A8A93095-4715-4EDC-BA7F-90A887E06009}" type="parTrans" cxnId="{C606D269-30F7-4555-8E06-C7D14B1C0C18}">
      <dgm:prSet/>
      <dgm:spPr/>
      <dgm:t>
        <a:bodyPr/>
        <a:lstStyle/>
        <a:p>
          <a:endParaRPr lang="en-US"/>
        </a:p>
      </dgm:t>
    </dgm:pt>
    <dgm:pt modelId="{16CA1BF2-625C-4C51-A475-4F8FB7689FEC}" type="sibTrans" cxnId="{C606D269-30F7-4555-8E06-C7D14B1C0C18}">
      <dgm:prSet/>
      <dgm:spPr/>
      <dgm:t>
        <a:bodyPr/>
        <a:lstStyle/>
        <a:p>
          <a:endParaRPr lang="en-US"/>
        </a:p>
      </dgm:t>
    </dgm:pt>
    <dgm:pt modelId="{46C18D68-4265-4FF4-91F6-88E30D1D9EEF}">
      <dgm:prSet/>
      <dgm:spPr/>
      <dgm:t>
        <a:bodyPr/>
        <a:lstStyle/>
        <a:p>
          <a:r>
            <a:rPr lang="en-IN"/>
            <a:t>County-level datasets were downloaded directly from public data portals.</a:t>
          </a:r>
          <a:endParaRPr lang="en-US"/>
        </a:p>
      </dgm:t>
    </dgm:pt>
    <dgm:pt modelId="{FF35ADFA-542E-48AB-9550-9A01B3DDFCB8}" type="parTrans" cxnId="{9E5D8C78-B892-4CA8-A086-CAF3FB977A37}">
      <dgm:prSet/>
      <dgm:spPr/>
      <dgm:t>
        <a:bodyPr/>
        <a:lstStyle/>
        <a:p>
          <a:endParaRPr lang="en-US"/>
        </a:p>
      </dgm:t>
    </dgm:pt>
    <dgm:pt modelId="{7F4D5B13-9EA5-4D00-938E-638A3AE88775}" type="sibTrans" cxnId="{9E5D8C78-B892-4CA8-A086-CAF3FB977A37}">
      <dgm:prSet/>
      <dgm:spPr/>
      <dgm:t>
        <a:bodyPr/>
        <a:lstStyle/>
        <a:p>
          <a:endParaRPr lang="en-US"/>
        </a:p>
      </dgm:t>
    </dgm:pt>
    <dgm:pt modelId="{AD86BBF7-AD18-4223-87F2-E26B7C5E9531}">
      <dgm:prSet/>
      <dgm:spPr/>
      <dgm:t>
        <a:bodyPr/>
        <a:lstStyle/>
        <a:p>
          <a:r>
            <a:rPr lang="en-IN"/>
            <a:t>Data files were obtained in </a:t>
          </a:r>
          <a:r>
            <a:rPr lang="en-IN" b="1"/>
            <a:t>CSV format</a:t>
          </a:r>
          <a:r>
            <a:rPr lang="en-IN"/>
            <a:t> for reproducibility.</a:t>
          </a:r>
          <a:endParaRPr lang="en-US"/>
        </a:p>
      </dgm:t>
    </dgm:pt>
    <dgm:pt modelId="{8112407A-A632-4467-A1C8-5230B662BCF3}" type="parTrans" cxnId="{0552E18E-DE5E-4923-BCFF-28913B78E263}">
      <dgm:prSet/>
      <dgm:spPr/>
      <dgm:t>
        <a:bodyPr/>
        <a:lstStyle/>
        <a:p>
          <a:endParaRPr lang="en-US"/>
        </a:p>
      </dgm:t>
    </dgm:pt>
    <dgm:pt modelId="{C6271409-9141-46A8-8E4D-9B0A067F32FD}" type="sibTrans" cxnId="{0552E18E-DE5E-4923-BCFF-28913B78E263}">
      <dgm:prSet/>
      <dgm:spPr/>
      <dgm:t>
        <a:bodyPr/>
        <a:lstStyle/>
        <a:p>
          <a:endParaRPr lang="en-US"/>
        </a:p>
      </dgm:t>
    </dgm:pt>
    <dgm:pt modelId="{CD851704-E4AD-4797-B204-BA9E06551EA6}">
      <dgm:prSet/>
      <dgm:spPr/>
      <dgm:t>
        <a:bodyPr/>
        <a:lstStyle/>
        <a:p>
          <a:r>
            <a:rPr lang="en-IN"/>
            <a:t>No personal identifiers are included, ensuring ethical data use.</a:t>
          </a:r>
          <a:endParaRPr lang="en-US"/>
        </a:p>
      </dgm:t>
    </dgm:pt>
    <dgm:pt modelId="{6F55651F-5AF1-49A5-BE78-A16C0304F48A}" type="parTrans" cxnId="{8CB97709-3464-4D2E-9CF4-8BAF250FDEAB}">
      <dgm:prSet/>
      <dgm:spPr/>
      <dgm:t>
        <a:bodyPr/>
        <a:lstStyle/>
        <a:p>
          <a:endParaRPr lang="en-US"/>
        </a:p>
      </dgm:t>
    </dgm:pt>
    <dgm:pt modelId="{7A35BCC5-3B67-4E9D-BB8B-5B484B7DEACC}" type="sibTrans" cxnId="{8CB97709-3464-4D2E-9CF4-8BAF250FDEAB}">
      <dgm:prSet/>
      <dgm:spPr/>
      <dgm:t>
        <a:bodyPr/>
        <a:lstStyle/>
        <a:p>
          <a:endParaRPr lang="en-US"/>
        </a:p>
      </dgm:t>
    </dgm:pt>
    <dgm:pt modelId="{0C05A7B5-5F8F-4C33-A1C7-6B7E90A38C5D}" type="pres">
      <dgm:prSet presAssocID="{6EC5CF4A-BFAE-406F-8319-43EEF746C9E3}" presName="root" presStyleCnt="0">
        <dgm:presLayoutVars>
          <dgm:dir/>
          <dgm:resizeHandles val="exact"/>
        </dgm:presLayoutVars>
      </dgm:prSet>
      <dgm:spPr/>
    </dgm:pt>
    <dgm:pt modelId="{8A69794C-664A-4BDC-9E3D-2E8A4F6D829F}" type="pres">
      <dgm:prSet presAssocID="{0BF45DFE-644D-4867-AD6D-F0718DA9121E}" presName="compNode" presStyleCnt="0"/>
      <dgm:spPr/>
    </dgm:pt>
    <dgm:pt modelId="{65151561-5E37-4FC2-A610-EA6E1259A51D}" type="pres">
      <dgm:prSet presAssocID="{0BF45DFE-644D-4867-AD6D-F0718DA9121E}" presName="bgRect" presStyleLbl="bgShp" presStyleIdx="0" presStyleCnt="4"/>
      <dgm:spPr/>
    </dgm:pt>
    <dgm:pt modelId="{503621FA-A29A-479C-BFBA-AC2FA9BC0863}" type="pres">
      <dgm:prSet presAssocID="{0BF45DFE-644D-4867-AD6D-F0718DA9121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01C50875-18E2-4AFC-80B9-ACAEC729BE13}" type="pres">
      <dgm:prSet presAssocID="{0BF45DFE-644D-4867-AD6D-F0718DA9121E}" presName="spaceRect" presStyleCnt="0"/>
      <dgm:spPr/>
    </dgm:pt>
    <dgm:pt modelId="{371518A6-744F-45D1-AFBD-C70CFB24D40E}" type="pres">
      <dgm:prSet presAssocID="{0BF45DFE-644D-4867-AD6D-F0718DA9121E}" presName="parTx" presStyleLbl="revTx" presStyleIdx="0" presStyleCnt="4">
        <dgm:presLayoutVars>
          <dgm:chMax val="0"/>
          <dgm:chPref val="0"/>
        </dgm:presLayoutVars>
      </dgm:prSet>
      <dgm:spPr/>
    </dgm:pt>
    <dgm:pt modelId="{33B7A24F-20C9-4A27-BB8A-BD62CF4135F2}" type="pres">
      <dgm:prSet presAssocID="{16CA1BF2-625C-4C51-A475-4F8FB7689FEC}" presName="sibTrans" presStyleCnt="0"/>
      <dgm:spPr/>
    </dgm:pt>
    <dgm:pt modelId="{C1DB0D4C-9E4B-4F94-B129-D9D4F594E1AE}" type="pres">
      <dgm:prSet presAssocID="{46C18D68-4265-4FF4-91F6-88E30D1D9EEF}" presName="compNode" presStyleCnt="0"/>
      <dgm:spPr/>
    </dgm:pt>
    <dgm:pt modelId="{0F6633A4-B82D-4823-B13D-EBB070A6720F}" type="pres">
      <dgm:prSet presAssocID="{46C18D68-4265-4FF4-91F6-88E30D1D9EEF}" presName="bgRect" presStyleLbl="bgShp" presStyleIdx="1" presStyleCnt="4"/>
      <dgm:spPr/>
    </dgm:pt>
    <dgm:pt modelId="{0E97072F-E486-4976-BE79-D63062036795}" type="pres">
      <dgm:prSet presAssocID="{46C18D68-4265-4FF4-91F6-88E30D1D9EE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1773D34-A8FF-4B5C-B246-9F0F2DC5E1C9}" type="pres">
      <dgm:prSet presAssocID="{46C18D68-4265-4FF4-91F6-88E30D1D9EEF}" presName="spaceRect" presStyleCnt="0"/>
      <dgm:spPr/>
    </dgm:pt>
    <dgm:pt modelId="{AB007C67-AD82-4BC6-AADD-ADAFAE90CD23}" type="pres">
      <dgm:prSet presAssocID="{46C18D68-4265-4FF4-91F6-88E30D1D9EEF}" presName="parTx" presStyleLbl="revTx" presStyleIdx="1" presStyleCnt="4">
        <dgm:presLayoutVars>
          <dgm:chMax val="0"/>
          <dgm:chPref val="0"/>
        </dgm:presLayoutVars>
      </dgm:prSet>
      <dgm:spPr/>
    </dgm:pt>
    <dgm:pt modelId="{0E527C62-5943-4717-8586-7BE5F6C6ECEA}" type="pres">
      <dgm:prSet presAssocID="{7F4D5B13-9EA5-4D00-938E-638A3AE88775}" presName="sibTrans" presStyleCnt="0"/>
      <dgm:spPr/>
    </dgm:pt>
    <dgm:pt modelId="{CBC9D29A-89D4-47FC-B3AA-9532781CE454}" type="pres">
      <dgm:prSet presAssocID="{AD86BBF7-AD18-4223-87F2-E26B7C5E9531}" presName="compNode" presStyleCnt="0"/>
      <dgm:spPr/>
    </dgm:pt>
    <dgm:pt modelId="{FFC8C59B-97A7-4123-8AB8-8836FE22924E}" type="pres">
      <dgm:prSet presAssocID="{AD86BBF7-AD18-4223-87F2-E26B7C5E9531}" presName="bgRect" presStyleLbl="bgShp" presStyleIdx="2" presStyleCnt="4"/>
      <dgm:spPr/>
    </dgm:pt>
    <dgm:pt modelId="{E6152EA4-F5F2-4337-B6C3-D1F42579EF85}" type="pres">
      <dgm:prSet presAssocID="{AD86BBF7-AD18-4223-87F2-E26B7C5E953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87EF1E0-5E94-4CAE-BAA5-A6FF0C39DF98}" type="pres">
      <dgm:prSet presAssocID="{AD86BBF7-AD18-4223-87F2-E26B7C5E9531}" presName="spaceRect" presStyleCnt="0"/>
      <dgm:spPr/>
    </dgm:pt>
    <dgm:pt modelId="{5F03FD0B-396F-4E56-9650-A2EC16ED85A5}" type="pres">
      <dgm:prSet presAssocID="{AD86BBF7-AD18-4223-87F2-E26B7C5E9531}" presName="parTx" presStyleLbl="revTx" presStyleIdx="2" presStyleCnt="4">
        <dgm:presLayoutVars>
          <dgm:chMax val="0"/>
          <dgm:chPref val="0"/>
        </dgm:presLayoutVars>
      </dgm:prSet>
      <dgm:spPr/>
    </dgm:pt>
    <dgm:pt modelId="{782C0240-4E51-4F2B-A7C7-6AEAC767C372}" type="pres">
      <dgm:prSet presAssocID="{C6271409-9141-46A8-8E4D-9B0A067F32FD}" presName="sibTrans" presStyleCnt="0"/>
      <dgm:spPr/>
    </dgm:pt>
    <dgm:pt modelId="{EB8667FA-D1FE-4339-BA2C-9FFF5EF3B920}" type="pres">
      <dgm:prSet presAssocID="{CD851704-E4AD-4797-B204-BA9E06551EA6}" presName="compNode" presStyleCnt="0"/>
      <dgm:spPr/>
    </dgm:pt>
    <dgm:pt modelId="{1E3C4598-EB0F-482C-9B24-0137979858F4}" type="pres">
      <dgm:prSet presAssocID="{CD851704-E4AD-4797-B204-BA9E06551EA6}" presName="bgRect" presStyleLbl="bgShp" presStyleIdx="3" presStyleCnt="4"/>
      <dgm:spPr/>
    </dgm:pt>
    <dgm:pt modelId="{3E0C13ED-5692-4225-AA00-0E006DAE1900}" type="pres">
      <dgm:prSet presAssocID="{CD851704-E4AD-4797-B204-BA9E06551EA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1DCD04F8-065C-45E7-963A-DF0AB99F8F5B}" type="pres">
      <dgm:prSet presAssocID="{CD851704-E4AD-4797-B204-BA9E06551EA6}" presName="spaceRect" presStyleCnt="0"/>
      <dgm:spPr/>
    </dgm:pt>
    <dgm:pt modelId="{150C8418-A896-4135-9A9E-7066CBB3086E}" type="pres">
      <dgm:prSet presAssocID="{CD851704-E4AD-4797-B204-BA9E06551EA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1FE2102-59C0-4ED8-8CE2-F18819AD4C60}" type="presOf" srcId="{0BF45DFE-644D-4867-AD6D-F0718DA9121E}" destId="{371518A6-744F-45D1-AFBD-C70CFB24D40E}" srcOrd="0" destOrd="0" presId="urn:microsoft.com/office/officeart/2018/2/layout/IconVerticalSolidList"/>
    <dgm:cxn modelId="{8CB97709-3464-4D2E-9CF4-8BAF250FDEAB}" srcId="{6EC5CF4A-BFAE-406F-8319-43EEF746C9E3}" destId="{CD851704-E4AD-4797-B204-BA9E06551EA6}" srcOrd="3" destOrd="0" parTransId="{6F55651F-5AF1-49A5-BE78-A16C0304F48A}" sibTransId="{7A35BCC5-3B67-4E9D-BB8B-5B484B7DEACC}"/>
    <dgm:cxn modelId="{11760F2D-B921-4659-9B2C-2D602E2C132C}" type="presOf" srcId="{46C18D68-4265-4FF4-91F6-88E30D1D9EEF}" destId="{AB007C67-AD82-4BC6-AADD-ADAFAE90CD23}" srcOrd="0" destOrd="0" presId="urn:microsoft.com/office/officeart/2018/2/layout/IconVerticalSolidList"/>
    <dgm:cxn modelId="{C606D269-30F7-4555-8E06-C7D14B1C0C18}" srcId="{6EC5CF4A-BFAE-406F-8319-43EEF746C9E3}" destId="{0BF45DFE-644D-4867-AD6D-F0718DA9121E}" srcOrd="0" destOrd="0" parTransId="{A8A93095-4715-4EDC-BA7F-90A887E06009}" sibTransId="{16CA1BF2-625C-4C51-A475-4F8FB7689FEC}"/>
    <dgm:cxn modelId="{9E5D8C78-B892-4CA8-A086-CAF3FB977A37}" srcId="{6EC5CF4A-BFAE-406F-8319-43EEF746C9E3}" destId="{46C18D68-4265-4FF4-91F6-88E30D1D9EEF}" srcOrd="1" destOrd="0" parTransId="{FF35ADFA-542E-48AB-9550-9A01B3DDFCB8}" sibTransId="{7F4D5B13-9EA5-4D00-938E-638A3AE88775}"/>
    <dgm:cxn modelId="{0552E18E-DE5E-4923-BCFF-28913B78E263}" srcId="{6EC5CF4A-BFAE-406F-8319-43EEF746C9E3}" destId="{AD86BBF7-AD18-4223-87F2-E26B7C5E9531}" srcOrd="2" destOrd="0" parTransId="{8112407A-A632-4467-A1C8-5230B662BCF3}" sibTransId="{C6271409-9141-46A8-8E4D-9B0A067F32FD}"/>
    <dgm:cxn modelId="{FFCC9EA7-91FA-48E6-A6B3-5101E07DA859}" type="presOf" srcId="{CD851704-E4AD-4797-B204-BA9E06551EA6}" destId="{150C8418-A896-4135-9A9E-7066CBB3086E}" srcOrd="0" destOrd="0" presId="urn:microsoft.com/office/officeart/2018/2/layout/IconVerticalSolidList"/>
    <dgm:cxn modelId="{08592ECF-207C-43B8-BAA0-50CB91A65AA4}" type="presOf" srcId="{AD86BBF7-AD18-4223-87F2-E26B7C5E9531}" destId="{5F03FD0B-396F-4E56-9650-A2EC16ED85A5}" srcOrd="0" destOrd="0" presId="urn:microsoft.com/office/officeart/2018/2/layout/IconVerticalSolidList"/>
    <dgm:cxn modelId="{A91B29F9-FBA2-45B0-860E-D561D6C56B8B}" type="presOf" srcId="{6EC5CF4A-BFAE-406F-8319-43EEF746C9E3}" destId="{0C05A7B5-5F8F-4C33-A1C7-6B7E90A38C5D}" srcOrd="0" destOrd="0" presId="urn:microsoft.com/office/officeart/2018/2/layout/IconVerticalSolidList"/>
    <dgm:cxn modelId="{292C4A22-4C31-499F-AEF4-3668AE249B2F}" type="presParOf" srcId="{0C05A7B5-5F8F-4C33-A1C7-6B7E90A38C5D}" destId="{8A69794C-664A-4BDC-9E3D-2E8A4F6D829F}" srcOrd="0" destOrd="0" presId="urn:microsoft.com/office/officeart/2018/2/layout/IconVerticalSolidList"/>
    <dgm:cxn modelId="{9C33E77E-F6B3-4C09-98DF-D20EA5712B19}" type="presParOf" srcId="{8A69794C-664A-4BDC-9E3D-2E8A4F6D829F}" destId="{65151561-5E37-4FC2-A610-EA6E1259A51D}" srcOrd="0" destOrd="0" presId="urn:microsoft.com/office/officeart/2018/2/layout/IconVerticalSolidList"/>
    <dgm:cxn modelId="{22A68FD3-0DE9-445B-83F9-BA365A701A63}" type="presParOf" srcId="{8A69794C-664A-4BDC-9E3D-2E8A4F6D829F}" destId="{503621FA-A29A-479C-BFBA-AC2FA9BC0863}" srcOrd="1" destOrd="0" presId="urn:microsoft.com/office/officeart/2018/2/layout/IconVerticalSolidList"/>
    <dgm:cxn modelId="{10532D0D-1118-49B4-BB1F-B09AEC503AF8}" type="presParOf" srcId="{8A69794C-664A-4BDC-9E3D-2E8A4F6D829F}" destId="{01C50875-18E2-4AFC-80B9-ACAEC729BE13}" srcOrd="2" destOrd="0" presId="urn:microsoft.com/office/officeart/2018/2/layout/IconVerticalSolidList"/>
    <dgm:cxn modelId="{72BA8727-C6C9-488B-A8AC-52A4E883559E}" type="presParOf" srcId="{8A69794C-664A-4BDC-9E3D-2E8A4F6D829F}" destId="{371518A6-744F-45D1-AFBD-C70CFB24D40E}" srcOrd="3" destOrd="0" presId="urn:microsoft.com/office/officeart/2018/2/layout/IconVerticalSolidList"/>
    <dgm:cxn modelId="{EBE0CD59-6B50-4D7B-8659-190F384FFED5}" type="presParOf" srcId="{0C05A7B5-5F8F-4C33-A1C7-6B7E90A38C5D}" destId="{33B7A24F-20C9-4A27-BB8A-BD62CF4135F2}" srcOrd="1" destOrd="0" presId="urn:microsoft.com/office/officeart/2018/2/layout/IconVerticalSolidList"/>
    <dgm:cxn modelId="{BEB532D0-55E8-4D3D-A061-9C85193E23D9}" type="presParOf" srcId="{0C05A7B5-5F8F-4C33-A1C7-6B7E90A38C5D}" destId="{C1DB0D4C-9E4B-4F94-B129-D9D4F594E1AE}" srcOrd="2" destOrd="0" presId="urn:microsoft.com/office/officeart/2018/2/layout/IconVerticalSolidList"/>
    <dgm:cxn modelId="{D540D47B-33D7-4DD9-B1EE-46559EA10714}" type="presParOf" srcId="{C1DB0D4C-9E4B-4F94-B129-D9D4F594E1AE}" destId="{0F6633A4-B82D-4823-B13D-EBB070A6720F}" srcOrd="0" destOrd="0" presId="urn:microsoft.com/office/officeart/2018/2/layout/IconVerticalSolidList"/>
    <dgm:cxn modelId="{655581A8-416E-464E-8D06-13BC8153A445}" type="presParOf" srcId="{C1DB0D4C-9E4B-4F94-B129-D9D4F594E1AE}" destId="{0E97072F-E486-4976-BE79-D63062036795}" srcOrd="1" destOrd="0" presId="urn:microsoft.com/office/officeart/2018/2/layout/IconVerticalSolidList"/>
    <dgm:cxn modelId="{5CB44F60-3A37-42DE-949D-38DF00600AE9}" type="presParOf" srcId="{C1DB0D4C-9E4B-4F94-B129-D9D4F594E1AE}" destId="{A1773D34-A8FF-4B5C-B246-9F0F2DC5E1C9}" srcOrd="2" destOrd="0" presId="urn:microsoft.com/office/officeart/2018/2/layout/IconVerticalSolidList"/>
    <dgm:cxn modelId="{1FF9E65B-7208-4D58-A420-2E908DC09D92}" type="presParOf" srcId="{C1DB0D4C-9E4B-4F94-B129-D9D4F594E1AE}" destId="{AB007C67-AD82-4BC6-AADD-ADAFAE90CD23}" srcOrd="3" destOrd="0" presId="urn:microsoft.com/office/officeart/2018/2/layout/IconVerticalSolidList"/>
    <dgm:cxn modelId="{73C63F6C-25F9-4809-BB29-0F05D58C8968}" type="presParOf" srcId="{0C05A7B5-5F8F-4C33-A1C7-6B7E90A38C5D}" destId="{0E527C62-5943-4717-8586-7BE5F6C6ECEA}" srcOrd="3" destOrd="0" presId="urn:microsoft.com/office/officeart/2018/2/layout/IconVerticalSolidList"/>
    <dgm:cxn modelId="{936309EA-D36E-4FF2-BFE3-1312FC89CAD6}" type="presParOf" srcId="{0C05A7B5-5F8F-4C33-A1C7-6B7E90A38C5D}" destId="{CBC9D29A-89D4-47FC-B3AA-9532781CE454}" srcOrd="4" destOrd="0" presId="urn:microsoft.com/office/officeart/2018/2/layout/IconVerticalSolidList"/>
    <dgm:cxn modelId="{7F2AF8BF-DF2C-40CA-ACC7-15A270603AC9}" type="presParOf" srcId="{CBC9D29A-89D4-47FC-B3AA-9532781CE454}" destId="{FFC8C59B-97A7-4123-8AB8-8836FE22924E}" srcOrd="0" destOrd="0" presId="urn:microsoft.com/office/officeart/2018/2/layout/IconVerticalSolidList"/>
    <dgm:cxn modelId="{908DEE9C-B215-4733-A2DC-10E4BB9ECD03}" type="presParOf" srcId="{CBC9D29A-89D4-47FC-B3AA-9532781CE454}" destId="{E6152EA4-F5F2-4337-B6C3-D1F42579EF85}" srcOrd="1" destOrd="0" presId="urn:microsoft.com/office/officeart/2018/2/layout/IconVerticalSolidList"/>
    <dgm:cxn modelId="{50BFC652-1448-4E30-852D-C18C6A814BB7}" type="presParOf" srcId="{CBC9D29A-89D4-47FC-B3AA-9532781CE454}" destId="{D87EF1E0-5E94-4CAE-BAA5-A6FF0C39DF98}" srcOrd="2" destOrd="0" presId="urn:microsoft.com/office/officeart/2018/2/layout/IconVerticalSolidList"/>
    <dgm:cxn modelId="{E2502C42-C7C8-49E9-BFFE-A12A6F7902C1}" type="presParOf" srcId="{CBC9D29A-89D4-47FC-B3AA-9532781CE454}" destId="{5F03FD0B-396F-4E56-9650-A2EC16ED85A5}" srcOrd="3" destOrd="0" presId="urn:microsoft.com/office/officeart/2018/2/layout/IconVerticalSolidList"/>
    <dgm:cxn modelId="{5DC95734-F9F0-49EF-B263-F86BC76E80E4}" type="presParOf" srcId="{0C05A7B5-5F8F-4C33-A1C7-6B7E90A38C5D}" destId="{782C0240-4E51-4F2B-A7C7-6AEAC767C372}" srcOrd="5" destOrd="0" presId="urn:microsoft.com/office/officeart/2018/2/layout/IconVerticalSolidList"/>
    <dgm:cxn modelId="{53BF01EA-2E8E-4C81-A398-85D88EED9E74}" type="presParOf" srcId="{0C05A7B5-5F8F-4C33-A1C7-6B7E90A38C5D}" destId="{EB8667FA-D1FE-4339-BA2C-9FFF5EF3B920}" srcOrd="6" destOrd="0" presId="urn:microsoft.com/office/officeart/2018/2/layout/IconVerticalSolidList"/>
    <dgm:cxn modelId="{A39743F6-57BB-4850-9DB1-710BB4691C43}" type="presParOf" srcId="{EB8667FA-D1FE-4339-BA2C-9FFF5EF3B920}" destId="{1E3C4598-EB0F-482C-9B24-0137979858F4}" srcOrd="0" destOrd="0" presId="urn:microsoft.com/office/officeart/2018/2/layout/IconVerticalSolidList"/>
    <dgm:cxn modelId="{4EE731EF-965D-4499-AD98-3BDC174D80E8}" type="presParOf" srcId="{EB8667FA-D1FE-4339-BA2C-9FFF5EF3B920}" destId="{3E0C13ED-5692-4225-AA00-0E006DAE1900}" srcOrd="1" destOrd="0" presId="urn:microsoft.com/office/officeart/2018/2/layout/IconVerticalSolidList"/>
    <dgm:cxn modelId="{14E7DA13-D6CF-48A0-9275-3CDB2DE5DB9B}" type="presParOf" srcId="{EB8667FA-D1FE-4339-BA2C-9FFF5EF3B920}" destId="{1DCD04F8-065C-45E7-963A-DF0AB99F8F5B}" srcOrd="2" destOrd="0" presId="urn:microsoft.com/office/officeart/2018/2/layout/IconVerticalSolidList"/>
    <dgm:cxn modelId="{1C0D799C-677C-46F5-9590-71B4179E88B8}" type="presParOf" srcId="{EB8667FA-D1FE-4339-BA2C-9FFF5EF3B920}" destId="{150C8418-A896-4135-9A9E-7066CBB308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FDAC9C5-F90D-4B70-88BF-C798B36FB4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4128709-F0EF-49B7-B0D7-79B133C7B66F}">
      <dgm:prSet custT="1"/>
      <dgm:spPr/>
      <dgm:t>
        <a:bodyPr/>
        <a:lstStyle/>
        <a:p>
          <a:r>
            <a:rPr lang="en-US" sz="2000" b="0" i="0" baseline="0" dirty="0">
              <a:latin typeface="Calibri" panose="020F0502020204030204" pitchFamily="34" charset="0"/>
              <a:cs typeface="Calibri" panose="020F0502020204030204" pitchFamily="34" charset="0"/>
            </a:rPr>
            <a:t>The datasets contain population-level lung cancer data collected from U.S. cancer surveillance systems.</a:t>
          </a:r>
          <a:endParaRPr lang="en-US" sz="2000" b="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1961570-476D-4084-9187-86693ACDF4DB}" type="parTrans" cxnId="{C7CB0D75-2C83-4F8C-A269-DE0ACE1B77A2}">
      <dgm:prSet/>
      <dgm:spPr/>
      <dgm:t>
        <a:bodyPr/>
        <a:lstStyle/>
        <a:p>
          <a:endParaRPr lang="en-US" sz="20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EA6261A-52B8-4387-8E05-47B528D8B1F4}" type="sibTrans" cxnId="{C7CB0D75-2C83-4F8C-A269-DE0ACE1B77A2}">
      <dgm:prSet/>
      <dgm:spPr/>
      <dgm:t>
        <a:bodyPr/>
        <a:lstStyle/>
        <a:p>
          <a:endParaRPr lang="en-US" sz="20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133639A-9E89-4BE5-B46A-2782CBCB77F5}">
      <dgm:prSet custT="1"/>
      <dgm:spPr/>
      <dgm:t>
        <a:bodyPr/>
        <a:lstStyle/>
        <a:p>
          <a:r>
            <a:rPr lang="en-US" sz="2000" b="0" i="0" baseline="0" dirty="0">
              <a:latin typeface="Calibri" panose="020F0502020204030204" pitchFamily="34" charset="0"/>
              <a:cs typeface="Calibri" panose="020F0502020204030204" pitchFamily="34" charset="0"/>
            </a:rPr>
            <a:t>Data is aggregated at the county level across the United States.</a:t>
          </a:r>
          <a:endParaRPr lang="en-US" sz="2000" b="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6AC83DB-1D73-46F4-A232-92DB6A90F3C7}" type="parTrans" cxnId="{D9F032CA-BB70-4D12-B6A1-A48B1ABCF51F}">
      <dgm:prSet/>
      <dgm:spPr/>
      <dgm:t>
        <a:bodyPr/>
        <a:lstStyle/>
        <a:p>
          <a:endParaRPr lang="en-US" sz="20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18D7AC2-0ED1-4396-8E9F-F1D98612B24D}" type="sibTrans" cxnId="{D9F032CA-BB70-4D12-B6A1-A48B1ABCF51F}">
      <dgm:prSet/>
      <dgm:spPr/>
      <dgm:t>
        <a:bodyPr/>
        <a:lstStyle/>
        <a:p>
          <a:endParaRPr lang="en-US" sz="20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E2EBD31-87E8-47B3-A418-D13A517BCE53}">
      <dgm:prSet custT="1"/>
      <dgm:spPr/>
      <dgm:t>
        <a:bodyPr/>
        <a:lstStyle/>
        <a:p>
          <a:r>
            <a:rPr lang="en-US" sz="2000" b="0" i="0" baseline="0">
              <a:latin typeface="Calibri" panose="020F0502020204030204" pitchFamily="34" charset="0"/>
              <a:cs typeface="Calibri" panose="020F0502020204030204" pitchFamily="34" charset="0"/>
            </a:rPr>
            <a:t>Each dataset is structured in CSV (.csv) format.</a:t>
          </a:r>
          <a:endParaRPr lang="en-US" sz="20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A49071B-A38A-4A4A-BF22-1A8712333B93}" type="parTrans" cxnId="{5DAFD9CF-05B4-41BC-9D46-40B82AA3BC2D}">
      <dgm:prSet/>
      <dgm:spPr/>
      <dgm:t>
        <a:bodyPr/>
        <a:lstStyle/>
        <a:p>
          <a:endParaRPr lang="en-US" sz="20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6768932-4FA5-4963-990B-DE1246C1EE06}" type="sibTrans" cxnId="{5DAFD9CF-05B4-41BC-9D46-40B82AA3BC2D}">
      <dgm:prSet/>
      <dgm:spPr/>
      <dgm:t>
        <a:bodyPr/>
        <a:lstStyle/>
        <a:p>
          <a:endParaRPr lang="en-US" sz="20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72AC865-C02D-4A2E-81B0-499170520EFF}">
      <dgm:prSet custT="1"/>
      <dgm:spPr/>
      <dgm:t>
        <a:bodyPr/>
        <a:lstStyle/>
        <a:p>
          <a:r>
            <a:rPr lang="en-US" sz="2000" b="0" i="0" baseline="0">
              <a:latin typeface="Calibri" panose="020F0502020204030204" pitchFamily="34" charset="0"/>
              <a:cs typeface="Calibri" panose="020F0502020204030204" pitchFamily="34" charset="0"/>
            </a:rPr>
            <a:t>The data includes information on lung cancer incidence, mortality, and associated risk indicators.</a:t>
          </a:r>
          <a:endParaRPr lang="en-US" sz="20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3A7AB0B-233D-4194-A160-DC558B89FB4B}" type="parTrans" cxnId="{C5AB046E-DA60-4281-A47C-99DE08D6796E}">
      <dgm:prSet/>
      <dgm:spPr/>
      <dgm:t>
        <a:bodyPr/>
        <a:lstStyle/>
        <a:p>
          <a:endParaRPr lang="en-US" sz="20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343C04E-AAA2-46D4-90ED-4F6AC4C276F6}" type="sibTrans" cxnId="{C5AB046E-DA60-4281-A47C-99DE08D6796E}">
      <dgm:prSet/>
      <dgm:spPr/>
      <dgm:t>
        <a:bodyPr/>
        <a:lstStyle/>
        <a:p>
          <a:endParaRPr lang="en-US" sz="20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1F8B3E7-98DD-4077-84FD-FFC8264EA25D}">
      <dgm:prSet custT="1"/>
      <dgm:spPr/>
      <dgm:t>
        <a:bodyPr/>
        <a:lstStyle/>
        <a:p>
          <a:r>
            <a:rPr lang="en-US" sz="2000" b="0" i="0" baseline="0">
              <a:latin typeface="Calibri" panose="020F0502020204030204" pitchFamily="34" charset="0"/>
              <a:cs typeface="Calibri" panose="020F0502020204030204" pitchFamily="34" charset="0"/>
            </a:rPr>
            <a:t>These datasets are suitable for exploratory analysis, statistical modeling, and machine learning.</a:t>
          </a:r>
          <a:endParaRPr lang="en-US" sz="20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78F70B0-9004-4855-A901-F7BA50038A4B}" type="parTrans" cxnId="{5CA9711B-EC0F-42D1-9371-A0336D12E0F4}">
      <dgm:prSet/>
      <dgm:spPr/>
      <dgm:t>
        <a:bodyPr/>
        <a:lstStyle/>
        <a:p>
          <a:endParaRPr lang="en-US" sz="20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88FB68E-D9E3-42A0-ABD4-3B8036C14C17}" type="sibTrans" cxnId="{5CA9711B-EC0F-42D1-9371-A0336D12E0F4}">
      <dgm:prSet/>
      <dgm:spPr/>
      <dgm:t>
        <a:bodyPr/>
        <a:lstStyle/>
        <a:p>
          <a:endParaRPr lang="en-US" sz="2000" b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BCA825D-FCC1-416E-BD28-D18D964A33F4}" type="pres">
      <dgm:prSet presAssocID="{FFDAC9C5-F90D-4B70-88BF-C798B36FB407}" presName="root" presStyleCnt="0">
        <dgm:presLayoutVars>
          <dgm:dir/>
          <dgm:resizeHandles val="exact"/>
        </dgm:presLayoutVars>
      </dgm:prSet>
      <dgm:spPr/>
    </dgm:pt>
    <dgm:pt modelId="{D9C8E968-0994-4F1A-9256-388C9DE746C7}" type="pres">
      <dgm:prSet presAssocID="{F4128709-F0EF-49B7-B0D7-79B133C7B66F}" presName="compNode" presStyleCnt="0"/>
      <dgm:spPr/>
    </dgm:pt>
    <dgm:pt modelId="{D13088E6-39CE-47B7-8F7F-D96678AB0363}" type="pres">
      <dgm:prSet presAssocID="{F4128709-F0EF-49B7-B0D7-79B133C7B66F}" presName="bgRect" presStyleLbl="bgShp" presStyleIdx="0" presStyleCnt="5"/>
      <dgm:spPr/>
    </dgm:pt>
    <dgm:pt modelId="{5470B11E-0F2A-45E0-BA4B-8244F487FA2B}" type="pres">
      <dgm:prSet presAssocID="{F4128709-F0EF-49B7-B0D7-79B133C7B66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ungs"/>
        </a:ext>
      </dgm:extLst>
    </dgm:pt>
    <dgm:pt modelId="{BED89431-B603-43F5-908B-83D24D9D206A}" type="pres">
      <dgm:prSet presAssocID="{F4128709-F0EF-49B7-B0D7-79B133C7B66F}" presName="spaceRect" presStyleCnt="0"/>
      <dgm:spPr/>
    </dgm:pt>
    <dgm:pt modelId="{2D24CB3A-4DA5-4EB3-929C-F65E7AD005CD}" type="pres">
      <dgm:prSet presAssocID="{F4128709-F0EF-49B7-B0D7-79B133C7B66F}" presName="parTx" presStyleLbl="revTx" presStyleIdx="0" presStyleCnt="5">
        <dgm:presLayoutVars>
          <dgm:chMax val="0"/>
          <dgm:chPref val="0"/>
        </dgm:presLayoutVars>
      </dgm:prSet>
      <dgm:spPr/>
    </dgm:pt>
    <dgm:pt modelId="{E97ACE4E-BB03-476B-8BA5-35B5E8F521B6}" type="pres">
      <dgm:prSet presAssocID="{9EA6261A-52B8-4387-8E05-47B528D8B1F4}" presName="sibTrans" presStyleCnt="0"/>
      <dgm:spPr/>
    </dgm:pt>
    <dgm:pt modelId="{5E4E2CF3-B7B0-479D-93E4-BBA539CF9F43}" type="pres">
      <dgm:prSet presAssocID="{A133639A-9E89-4BE5-B46A-2782CBCB77F5}" presName="compNode" presStyleCnt="0"/>
      <dgm:spPr/>
    </dgm:pt>
    <dgm:pt modelId="{C10D7AA4-173D-4C88-A4B1-865C7D577E59}" type="pres">
      <dgm:prSet presAssocID="{A133639A-9E89-4BE5-B46A-2782CBCB77F5}" presName="bgRect" presStyleLbl="bgShp" presStyleIdx="1" presStyleCnt="5"/>
      <dgm:spPr/>
    </dgm:pt>
    <dgm:pt modelId="{1F3D699B-1B05-42D2-B500-11456AAF8C48}" type="pres">
      <dgm:prSet presAssocID="{A133639A-9E89-4BE5-B46A-2782CBCB77F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CB8D7A8-0D0B-48C5-8F9D-6A0DA15526A8}" type="pres">
      <dgm:prSet presAssocID="{A133639A-9E89-4BE5-B46A-2782CBCB77F5}" presName="spaceRect" presStyleCnt="0"/>
      <dgm:spPr/>
    </dgm:pt>
    <dgm:pt modelId="{1EB6CEC2-D76F-446C-B40E-E2C06EF38229}" type="pres">
      <dgm:prSet presAssocID="{A133639A-9E89-4BE5-B46A-2782CBCB77F5}" presName="parTx" presStyleLbl="revTx" presStyleIdx="1" presStyleCnt="5">
        <dgm:presLayoutVars>
          <dgm:chMax val="0"/>
          <dgm:chPref val="0"/>
        </dgm:presLayoutVars>
      </dgm:prSet>
      <dgm:spPr/>
    </dgm:pt>
    <dgm:pt modelId="{DFA13542-EE48-405E-9119-DBDC62F7F276}" type="pres">
      <dgm:prSet presAssocID="{118D7AC2-0ED1-4396-8E9F-F1D98612B24D}" presName="sibTrans" presStyleCnt="0"/>
      <dgm:spPr/>
    </dgm:pt>
    <dgm:pt modelId="{ED3D5FBA-6E51-4912-BD03-03F7F45648EC}" type="pres">
      <dgm:prSet presAssocID="{2E2EBD31-87E8-47B3-A418-D13A517BCE53}" presName="compNode" presStyleCnt="0"/>
      <dgm:spPr/>
    </dgm:pt>
    <dgm:pt modelId="{1076D687-A62A-4488-AB94-B058A8F913CD}" type="pres">
      <dgm:prSet presAssocID="{2E2EBD31-87E8-47B3-A418-D13A517BCE53}" presName="bgRect" presStyleLbl="bgShp" presStyleIdx="2" presStyleCnt="5"/>
      <dgm:spPr/>
    </dgm:pt>
    <dgm:pt modelId="{19CCBDBF-69F9-4375-AC24-AEC931E098E1}" type="pres">
      <dgm:prSet presAssocID="{2E2EBD31-87E8-47B3-A418-D13A517BCE5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462EFE5-EA5C-4171-AB3B-F78216F44C4E}" type="pres">
      <dgm:prSet presAssocID="{2E2EBD31-87E8-47B3-A418-D13A517BCE53}" presName="spaceRect" presStyleCnt="0"/>
      <dgm:spPr/>
    </dgm:pt>
    <dgm:pt modelId="{19FA19A7-8B4F-4146-A81F-A5C8C6EB3341}" type="pres">
      <dgm:prSet presAssocID="{2E2EBD31-87E8-47B3-A418-D13A517BCE53}" presName="parTx" presStyleLbl="revTx" presStyleIdx="2" presStyleCnt="5">
        <dgm:presLayoutVars>
          <dgm:chMax val="0"/>
          <dgm:chPref val="0"/>
        </dgm:presLayoutVars>
      </dgm:prSet>
      <dgm:spPr/>
    </dgm:pt>
    <dgm:pt modelId="{3EECA89D-74A0-415F-B3AB-006F25A05FCA}" type="pres">
      <dgm:prSet presAssocID="{A6768932-4FA5-4963-990B-DE1246C1EE06}" presName="sibTrans" presStyleCnt="0"/>
      <dgm:spPr/>
    </dgm:pt>
    <dgm:pt modelId="{D6BA1A00-619D-4E9A-83F5-2BFF794571C2}" type="pres">
      <dgm:prSet presAssocID="{F72AC865-C02D-4A2E-81B0-499170520EFF}" presName="compNode" presStyleCnt="0"/>
      <dgm:spPr/>
    </dgm:pt>
    <dgm:pt modelId="{4D6E8D74-9DA2-4946-AB80-1214A8AC1ACD}" type="pres">
      <dgm:prSet presAssocID="{F72AC865-C02D-4A2E-81B0-499170520EFF}" presName="bgRect" presStyleLbl="bgShp" presStyleIdx="3" presStyleCnt="5"/>
      <dgm:spPr/>
    </dgm:pt>
    <dgm:pt modelId="{919888A8-640A-4966-81F8-9225F170A45D}" type="pres">
      <dgm:prSet presAssocID="{F72AC865-C02D-4A2E-81B0-499170520EF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48C30E97-1BAA-49E4-AD22-6F10EF0D1FD4}" type="pres">
      <dgm:prSet presAssocID="{F72AC865-C02D-4A2E-81B0-499170520EFF}" presName="spaceRect" presStyleCnt="0"/>
      <dgm:spPr/>
    </dgm:pt>
    <dgm:pt modelId="{26EE34A1-ED58-4AB4-A18D-FDD1249F404A}" type="pres">
      <dgm:prSet presAssocID="{F72AC865-C02D-4A2E-81B0-499170520EFF}" presName="parTx" presStyleLbl="revTx" presStyleIdx="3" presStyleCnt="5">
        <dgm:presLayoutVars>
          <dgm:chMax val="0"/>
          <dgm:chPref val="0"/>
        </dgm:presLayoutVars>
      </dgm:prSet>
      <dgm:spPr/>
    </dgm:pt>
    <dgm:pt modelId="{D69A089A-B8A3-43A1-BEC1-63A01391389C}" type="pres">
      <dgm:prSet presAssocID="{F343C04E-AAA2-46D4-90ED-4F6AC4C276F6}" presName="sibTrans" presStyleCnt="0"/>
      <dgm:spPr/>
    </dgm:pt>
    <dgm:pt modelId="{5D72D64F-0B5E-4889-BECF-D676098D94AB}" type="pres">
      <dgm:prSet presAssocID="{D1F8B3E7-98DD-4077-84FD-FFC8264EA25D}" presName="compNode" presStyleCnt="0"/>
      <dgm:spPr/>
    </dgm:pt>
    <dgm:pt modelId="{15227276-4BA0-4907-85A9-70330430232A}" type="pres">
      <dgm:prSet presAssocID="{D1F8B3E7-98DD-4077-84FD-FFC8264EA25D}" presName="bgRect" presStyleLbl="bgShp" presStyleIdx="4" presStyleCnt="5"/>
      <dgm:spPr/>
    </dgm:pt>
    <dgm:pt modelId="{C1BE488D-5486-4F84-895C-5BA7992466C3}" type="pres">
      <dgm:prSet presAssocID="{D1F8B3E7-98DD-4077-84FD-FFC8264EA25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8B3975D-C168-48E4-B695-B2F2CDE021EF}" type="pres">
      <dgm:prSet presAssocID="{D1F8B3E7-98DD-4077-84FD-FFC8264EA25D}" presName="spaceRect" presStyleCnt="0"/>
      <dgm:spPr/>
    </dgm:pt>
    <dgm:pt modelId="{15D5AA16-A952-4AD2-AE57-2056C6332CF2}" type="pres">
      <dgm:prSet presAssocID="{D1F8B3E7-98DD-4077-84FD-FFC8264EA25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AF76A18-F387-4623-A346-9D8E9E8DAA8A}" type="presOf" srcId="{D1F8B3E7-98DD-4077-84FD-FFC8264EA25D}" destId="{15D5AA16-A952-4AD2-AE57-2056C6332CF2}" srcOrd="0" destOrd="0" presId="urn:microsoft.com/office/officeart/2018/2/layout/IconVerticalSolidList"/>
    <dgm:cxn modelId="{5CA9711B-EC0F-42D1-9371-A0336D12E0F4}" srcId="{FFDAC9C5-F90D-4B70-88BF-C798B36FB407}" destId="{D1F8B3E7-98DD-4077-84FD-FFC8264EA25D}" srcOrd="4" destOrd="0" parTransId="{F78F70B0-9004-4855-A901-F7BA50038A4B}" sibTransId="{288FB68E-D9E3-42A0-ABD4-3B8036C14C17}"/>
    <dgm:cxn modelId="{BBE0F81B-8D07-476D-BCB5-7A7885522756}" type="presOf" srcId="{2E2EBD31-87E8-47B3-A418-D13A517BCE53}" destId="{19FA19A7-8B4F-4146-A81F-A5C8C6EB3341}" srcOrd="0" destOrd="0" presId="urn:microsoft.com/office/officeart/2018/2/layout/IconVerticalSolidList"/>
    <dgm:cxn modelId="{70FFB860-D7B1-41FF-91CB-CE3C839E7397}" type="presOf" srcId="{A133639A-9E89-4BE5-B46A-2782CBCB77F5}" destId="{1EB6CEC2-D76F-446C-B40E-E2C06EF38229}" srcOrd="0" destOrd="0" presId="urn:microsoft.com/office/officeart/2018/2/layout/IconVerticalSolidList"/>
    <dgm:cxn modelId="{69BABB67-08F8-4BE0-B1DA-8F721EBD8A62}" type="presOf" srcId="{FFDAC9C5-F90D-4B70-88BF-C798B36FB407}" destId="{CBCA825D-FCC1-416E-BD28-D18D964A33F4}" srcOrd="0" destOrd="0" presId="urn:microsoft.com/office/officeart/2018/2/layout/IconVerticalSolidList"/>
    <dgm:cxn modelId="{C5AB046E-DA60-4281-A47C-99DE08D6796E}" srcId="{FFDAC9C5-F90D-4B70-88BF-C798B36FB407}" destId="{F72AC865-C02D-4A2E-81B0-499170520EFF}" srcOrd="3" destOrd="0" parTransId="{43A7AB0B-233D-4194-A160-DC558B89FB4B}" sibTransId="{F343C04E-AAA2-46D4-90ED-4F6AC4C276F6}"/>
    <dgm:cxn modelId="{C7CB0D75-2C83-4F8C-A269-DE0ACE1B77A2}" srcId="{FFDAC9C5-F90D-4B70-88BF-C798B36FB407}" destId="{F4128709-F0EF-49B7-B0D7-79B133C7B66F}" srcOrd="0" destOrd="0" parTransId="{81961570-476D-4084-9187-86693ACDF4DB}" sibTransId="{9EA6261A-52B8-4387-8E05-47B528D8B1F4}"/>
    <dgm:cxn modelId="{2A01B591-F6AE-4282-A0FC-591A4760530E}" type="presOf" srcId="{F72AC865-C02D-4A2E-81B0-499170520EFF}" destId="{26EE34A1-ED58-4AB4-A18D-FDD1249F404A}" srcOrd="0" destOrd="0" presId="urn:microsoft.com/office/officeart/2018/2/layout/IconVerticalSolidList"/>
    <dgm:cxn modelId="{D9F032CA-BB70-4D12-B6A1-A48B1ABCF51F}" srcId="{FFDAC9C5-F90D-4B70-88BF-C798B36FB407}" destId="{A133639A-9E89-4BE5-B46A-2782CBCB77F5}" srcOrd="1" destOrd="0" parTransId="{56AC83DB-1D73-46F4-A232-92DB6A90F3C7}" sibTransId="{118D7AC2-0ED1-4396-8E9F-F1D98612B24D}"/>
    <dgm:cxn modelId="{5DAFD9CF-05B4-41BC-9D46-40B82AA3BC2D}" srcId="{FFDAC9C5-F90D-4B70-88BF-C798B36FB407}" destId="{2E2EBD31-87E8-47B3-A418-D13A517BCE53}" srcOrd="2" destOrd="0" parTransId="{0A49071B-A38A-4A4A-BF22-1A8712333B93}" sibTransId="{A6768932-4FA5-4963-990B-DE1246C1EE06}"/>
    <dgm:cxn modelId="{A57914EC-976E-483F-BBBA-03F4D92D9CD1}" type="presOf" srcId="{F4128709-F0EF-49B7-B0D7-79B133C7B66F}" destId="{2D24CB3A-4DA5-4EB3-929C-F65E7AD005CD}" srcOrd="0" destOrd="0" presId="urn:microsoft.com/office/officeart/2018/2/layout/IconVerticalSolidList"/>
    <dgm:cxn modelId="{A88A4D64-777A-4B47-A92A-0A331F82EC74}" type="presParOf" srcId="{CBCA825D-FCC1-416E-BD28-D18D964A33F4}" destId="{D9C8E968-0994-4F1A-9256-388C9DE746C7}" srcOrd="0" destOrd="0" presId="urn:microsoft.com/office/officeart/2018/2/layout/IconVerticalSolidList"/>
    <dgm:cxn modelId="{19C4811F-D339-49E8-A780-A4FA6935F2C0}" type="presParOf" srcId="{D9C8E968-0994-4F1A-9256-388C9DE746C7}" destId="{D13088E6-39CE-47B7-8F7F-D96678AB0363}" srcOrd="0" destOrd="0" presId="urn:microsoft.com/office/officeart/2018/2/layout/IconVerticalSolidList"/>
    <dgm:cxn modelId="{4EBD1E7C-0319-49BC-94A3-837790C8A6F9}" type="presParOf" srcId="{D9C8E968-0994-4F1A-9256-388C9DE746C7}" destId="{5470B11E-0F2A-45E0-BA4B-8244F487FA2B}" srcOrd="1" destOrd="0" presId="urn:microsoft.com/office/officeart/2018/2/layout/IconVerticalSolidList"/>
    <dgm:cxn modelId="{4B59E94E-9BF8-4636-A53F-AC11529CFD01}" type="presParOf" srcId="{D9C8E968-0994-4F1A-9256-388C9DE746C7}" destId="{BED89431-B603-43F5-908B-83D24D9D206A}" srcOrd="2" destOrd="0" presId="urn:microsoft.com/office/officeart/2018/2/layout/IconVerticalSolidList"/>
    <dgm:cxn modelId="{DF58693E-540F-4735-A6B2-22EB37AAE33F}" type="presParOf" srcId="{D9C8E968-0994-4F1A-9256-388C9DE746C7}" destId="{2D24CB3A-4DA5-4EB3-929C-F65E7AD005CD}" srcOrd="3" destOrd="0" presId="urn:microsoft.com/office/officeart/2018/2/layout/IconVerticalSolidList"/>
    <dgm:cxn modelId="{91E68D69-0A3B-4C79-A10B-25C7482C9D0D}" type="presParOf" srcId="{CBCA825D-FCC1-416E-BD28-D18D964A33F4}" destId="{E97ACE4E-BB03-476B-8BA5-35B5E8F521B6}" srcOrd="1" destOrd="0" presId="urn:microsoft.com/office/officeart/2018/2/layout/IconVerticalSolidList"/>
    <dgm:cxn modelId="{64AF041E-87E9-4880-AA94-C0FFFB11CA1B}" type="presParOf" srcId="{CBCA825D-FCC1-416E-BD28-D18D964A33F4}" destId="{5E4E2CF3-B7B0-479D-93E4-BBA539CF9F43}" srcOrd="2" destOrd="0" presId="urn:microsoft.com/office/officeart/2018/2/layout/IconVerticalSolidList"/>
    <dgm:cxn modelId="{973B51BB-883F-41F2-906C-F8117666F4B7}" type="presParOf" srcId="{5E4E2CF3-B7B0-479D-93E4-BBA539CF9F43}" destId="{C10D7AA4-173D-4C88-A4B1-865C7D577E59}" srcOrd="0" destOrd="0" presId="urn:microsoft.com/office/officeart/2018/2/layout/IconVerticalSolidList"/>
    <dgm:cxn modelId="{475736D4-BA45-495F-A595-87AC3C69AD13}" type="presParOf" srcId="{5E4E2CF3-B7B0-479D-93E4-BBA539CF9F43}" destId="{1F3D699B-1B05-42D2-B500-11456AAF8C48}" srcOrd="1" destOrd="0" presId="urn:microsoft.com/office/officeart/2018/2/layout/IconVerticalSolidList"/>
    <dgm:cxn modelId="{61E137F6-E3DD-4F59-B147-BEDC420A20D0}" type="presParOf" srcId="{5E4E2CF3-B7B0-479D-93E4-BBA539CF9F43}" destId="{0CB8D7A8-0D0B-48C5-8F9D-6A0DA15526A8}" srcOrd="2" destOrd="0" presId="urn:microsoft.com/office/officeart/2018/2/layout/IconVerticalSolidList"/>
    <dgm:cxn modelId="{D5303E84-B769-4059-8F11-91FDC08BD60B}" type="presParOf" srcId="{5E4E2CF3-B7B0-479D-93E4-BBA539CF9F43}" destId="{1EB6CEC2-D76F-446C-B40E-E2C06EF38229}" srcOrd="3" destOrd="0" presId="urn:microsoft.com/office/officeart/2018/2/layout/IconVerticalSolidList"/>
    <dgm:cxn modelId="{DE660EA3-47B8-4C36-8F27-F551E453D82B}" type="presParOf" srcId="{CBCA825D-FCC1-416E-BD28-D18D964A33F4}" destId="{DFA13542-EE48-405E-9119-DBDC62F7F276}" srcOrd="3" destOrd="0" presId="urn:microsoft.com/office/officeart/2018/2/layout/IconVerticalSolidList"/>
    <dgm:cxn modelId="{C4A76C15-A329-42D5-B2C6-1EA188330D8E}" type="presParOf" srcId="{CBCA825D-FCC1-416E-BD28-D18D964A33F4}" destId="{ED3D5FBA-6E51-4912-BD03-03F7F45648EC}" srcOrd="4" destOrd="0" presId="urn:microsoft.com/office/officeart/2018/2/layout/IconVerticalSolidList"/>
    <dgm:cxn modelId="{9F68DE3B-5A81-42D5-AF92-46B16C1B36AA}" type="presParOf" srcId="{ED3D5FBA-6E51-4912-BD03-03F7F45648EC}" destId="{1076D687-A62A-4488-AB94-B058A8F913CD}" srcOrd="0" destOrd="0" presId="urn:microsoft.com/office/officeart/2018/2/layout/IconVerticalSolidList"/>
    <dgm:cxn modelId="{4A973832-9C01-4AC6-A66F-1B0A23844816}" type="presParOf" srcId="{ED3D5FBA-6E51-4912-BD03-03F7F45648EC}" destId="{19CCBDBF-69F9-4375-AC24-AEC931E098E1}" srcOrd="1" destOrd="0" presId="urn:microsoft.com/office/officeart/2018/2/layout/IconVerticalSolidList"/>
    <dgm:cxn modelId="{FD630E8F-DFE2-4667-88B3-AD0B1EF4756B}" type="presParOf" srcId="{ED3D5FBA-6E51-4912-BD03-03F7F45648EC}" destId="{E462EFE5-EA5C-4171-AB3B-F78216F44C4E}" srcOrd="2" destOrd="0" presId="urn:microsoft.com/office/officeart/2018/2/layout/IconVerticalSolidList"/>
    <dgm:cxn modelId="{07A6F171-26C5-4D78-9677-DCDAE3B6E193}" type="presParOf" srcId="{ED3D5FBA-6E51-4912-BD03-03F7F45648EC}" destId="{19FA19A7-8B4F-4146-A81F-A5C8C6EB3341}" srcOrd="3" destOrd="0" presId="urn:microsoft.com/office/officeart/2018/2/layout/IconVerticalSolidList"/>
    <dgm:cxn modelId="{78EDB54C-2F05-4F9F-BCDD-F29733C57309}" type="presParOf" srcId="{CBCA825D-FCC1-416E-BD28-D18D964A33F4}" destId="{3EECA89D-74A0-415F-B3AB-006F25A05FCA}" srcOrd="5" destOrd="0" presId="urn:microsoft.com/office/officeart/2018/2/layout/IconVerticalSolidList"/>
    <dgm:cxn modelId="{7A8969A3-8B9F-4CEF-AFB8-DB9FAD79BC2C}" type="presParOf" srcId="{CBCA825D-FCC1-416E-BD28-D18D964A33F4}" destId="{D6BA1A00-619D-4E9A-83F5-2BFF794571C2}" srcOrd="6" destOrd="0" presId="urn:microsoft.com/office/officeart/2018/2/layout/IconVerticalSolidList"/>
    <dgm:cxn modelId="{8D436A32-2B1F-4F7A-BB60-A5DD91B27B2D}" type="presParOf" srcId="{D6BA1A00-619D-4E9A-83F5-2BFF794571C2}" destId="{4D6E8D74-9DA2-4946-AB80-1214A8AC1ACD}" srcOrd="0" destOrd="0" presId="urn:microsoft.com/office/officeart/2018/2/layout/IconVerticalSolidList"/>
    <dgm:cxn modelId="{F552BEBE-EDDB-4E0F-A3A8-9CB942F3A11D}" type="presParOf" srcId="{D6BA1A00-619D-4E9A-83F5-2BFF794571C2}" destId="{919888A8-640A-4966-81F8-9225F170A45D}" srcOrd="1" destOrd="0" presId="urn:microsoft.com/office/officeart/2018/2/layout/IconVerticalSolidList"/>
    <dgm:cxn modelId="{A721F8B4-AD73-4050-94EE-31C3282BDA64}" type="presParOf" srcId="{D6BA1A00-619D-4E9A-83F5-2BFF794571C2}" destId="{48C30E97-1BAA-49E4-AD22-6F10EF0D1FD4}" srcOrd="2" destOrd="0" presId="urn:microsoft.com/office/officeart/2018/2/layout/IconVerticalSolidList"/>
    <dgm:cxn modelId="{DDCD3FBB-FFDF-46F2-B498-1BB58D6EB502}" type="presParOf" srcId="{D6BA1A00-619D-4E9A-83F5-2BFF794571C2}" destId="{26EE34A1-ED58-4AB4-A18D-FDD1249F404A}" srcOrd="3" destOrd="0" presId="urn:microsoft.com/office/officeart/2018/2/layout/IconVerticalSolidList"/>
    <dgm:cxn modelId="{5337CA11-1344-485A-9BDC-91F6D22FB61E}" type="presParOf" srcId="{CBCA825D-FCC1-416E-BD28-D18D964A33F4}" destId="{D69A089A-B8A3-43A1-BEC1-63A01391389C}" srcOrd="7" destOrd="0" presId="urn:microsoft.com/office/officeart/2018/2/layout/IconVerticalSolidList"/>
    <dgm:cxn modelId="{3D7015ED-7421-402A-B5E1-25489F85B9E0}" type="presParOf" srcId="{CBCA825D-FCC1-416E-BD28-D18D964A33F4}" destId="{5D72D64F-0B5E-4889-BECF-D676098D94AB}" srcOrd="8" destOrd="0" presId="urn:microsoft.com/office/officeart/2018/2/layout/IconVerticalSolidList"/>
    <dgm:cxn modelId="{C1B18D80-D54D-4A07-9947-9DFEF6EA613E}" type="presParOf" srcId="{5D72D64F-0B5E-4889-BECF-D676098D94AB}" destId="{15227276-4BA0-4907-85A9-70330430232A}" srcOrd="0" destOrd="0" presId="urn:microsoft.com/office/officeart/2018/2/layout/IconVerticalSolidList"/>
    <dgm:cxn modelId="{670FB42E-8524-46DA-95CA-7FE43F9A46F5}" type="presParOf" srcId="{5D72D64F-0B5E-4889-BECF-D676098D94AB}" destId="{C1BE488D-5486-4F84-895C-5BA7992466C3}" srcOrd="1" destOrd="0" presId="urn:microsoft.com/office/officeart/2018/2/layout/IconVerticalSolidList"/>
    <dgm:cxn modelId="{A9B6FA5D-0F3A-40DA-8EE8-82C81581F663}" type="presParOf" srcId="{5D72D64F-0B5E-4889-BECF-D676098D94AB}" destId="{08B3975D-C168-48E4-B695-B2F2CDE021EF}" srcOrd="2" destOrd="0" presId="urn:microsoft.com/office/officeart/2018/2/layout/IconVerticalSolidList"/>
    <dgm:cxn modelId="{0464C2D5-837D-4FE7-B058-AE2FA59ECD6D}" type="presParOf" srcId="{5D72D64F-0B5E-4889-BECF-D676098D94AB}" destId="{15D5AA16-A952-4AD2-AE57-2056C6332CF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5C5B2A0-A4E7-45C3-A3A2-C3E24320E59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4B4DBDD-8484-472D-8D4E-1474C93BD908}">
      <dgm:prSet/>
      <dgm:spPr/>
      <dgm:t>
        <a:bodyPr/>
        <a:lstStyle/>
        <a:p>
          <a:r>
            <a:rPr lang="en-US" b="1" i="0" baseline="0" dirty="0"/>
            <a:t>Unit of Observation: </a:t>
          </a:r>
          <a:r>
            <a:rPr lang="en-US" b="0" i="0" baseline="0" dirty="0"/>
            <a:t>Each row represents a </a:t>
          </a:r>
          <a:r>
            <a:rPr lang="en-US" b="1" i="0" baseline="0" dirty="0"/>
            <a:t>county–year combination</a:t>
          </a:r>
          <a:r>
            <a:rPr lang="en-US" b="0" i="0" baseline="0" dirty="0"/>
            <a:t>.</a:t>
          </a:r>
          <a:endParaRPr lang="en-US" dirty="0"/>
        </a:p>
      </dgm:t>
    </dgm:pt>
    <dgm:pt modelId="{34A58670-CC04-4301-A6E5-C084B42CF892}" type="parTrans" cxnId="{5486BBF7-C459-4208-9C51-1D47F4CDDC94}">
      <dgm:prSet/>
      <dgm:spPr/>
      <dgm:t>
        <a:bodyPr/>
        <a:lstStyle/>
        <a:p>
          <a:endParaRPr lang="en-US"/>
        </a:p>
      </dgm:t>
    </dgm:pt>
    <dgm:pt modelId="{37919A62-0D27-4AD6-8B07-707519C3761A}" type="sibTrans" cxnId="{5486BBF7-C459-4208-9C51-1D47F4CDDC94}">
      <dgm:prSet/>
      <dgm:spPr/>
      <dgm:t>
        <a:bodyPr/>
        <a:lstStyle/>
        <a:p>
          <a:endParaRPr lang="en-US"/>
        </a:p>
      </dgm:t>
    </dgm:pt>
    <dgm:pt modelId="{5D44A2F5-EE7E-40EB-B573-6DF1EF3286CF}">
      <dgm:prSet/>
      <dgm:spPr/>
      <dgm:t>
        <a:bodyPr/>
        <a:lstStyle/>
        <a:p>
          <a:r>
            <a:rPr lang="en-US" b="1" i="0" baseline="0" dirty="0"/>
            <a:t>Geographic Coverage: </a:t>
          </a:r>
          <a:r>
            <a:rPr lang="en-US" b="0" i="0" baseline="0" dirty="0"/>
            <a:t>United States (county-level data).</a:t>
          </a:r>
          <a:endParaRPr lang="en-US" dirty="0"/>
        </a:p>
      </dgm:t>
    </dgm:pt>
    <dgm:pt modelId="{2E5B227C-4178-4E64-B5A2-FB2F0E774203}" type="parTrans" cxnId="{20F65987-DCD2-49F8-911E-D95C4E1C1CC0}">
      <dgm:prSet/>
      <dgm:spPr/>
      <dgm:t>
        <a:bodyPr/>
        <a:lstStyle/>
        <a:p>
          <a:endParaRPr lang="en-US"/>
        </a:p>
      </dgm:t>
    </dgm:pt>
    <dgm:pt modelId="{6EF81CFF-92A0-4DB3-BEE5-77C3660FA937}" type="sibTrans" cxnId="{20F65987-DCD2-49F8-911E-D95C4E1C1CC0}">
      <dgm:prSet/>
      <dgm:spPr/>
      <dgm:t>
        <a:bodyPr/>
        <a:lstStyle/>
        <a:p>
          <a:endParaRPr lang="en-US"/>
        </a:p>
      </dgm:t>
    </dgm:pt>
    <dgm:pt modelId="{3D365161-7DF4-4E43-88DE-D1325573A408}">
      <dgm:prSet/>
      <dgm:spPr/>
      <dgm:t>
        <a:bodyPr/>
        <a:lstStyle/>
        <a:p>
          <a:endParaRPr lang="en-US" dirty="0"/>
        </a:p>
      </dgm:t>
    </dgm:pt>
    <dgm:pt modelId="{2144B9F1-F618-448C-97E6-679FC332373F}" type="parTrans" cxnId="{0C37F84F-CB3D-4A6A-987E-87D9B04F3E95}">
      <dgm:prSet/>
      <dgm:spPr/>
      <dgm:t>
        <a:bodyPr/>
        <a:lstStyle/>
        <a:p>
          <a:endParaRPr lang="en-US"/>
        </a:p>
      </dgm:t>
    </dgm:pt>
    <dgm:pt modelId="{4899C5B8-1EF7-4CF6-8F92-513150B882E0}" type="sibTrans" cxnId="{0C37F84F-CB3D-4A6A-987E-87D9B04F3E95}">
      <dgm:prSet/>
      <dgm:spPr/>
      <dgm:t>
        <a:bodyPr/>
        <a:lstStyle/>
        <a:p>
          <a:endParaRPr lang="en-US"/>
        </a:p>
      </dgm:t>
    </dgm:pt>
    <dgm:pt modelId="{89387A66-7E85-4C07-95E7-1BC2CFF58D8A}">
      <dgm:prSet/>
      <dgm:spPr/>
      <dgm:t>
        <a:bodyPr/>
        <a:lstStyle/>
        <a:p>
          <a:r>
            <a:rPr lang="en-US" b="1" i="0" baseline="0" dirty="0"/>
            <a:t>Time Coverage: </a:t>
          </a:r>
          <a:r>
            <a:rPr lang="en-US" b="0" i="0" baseline="0" dirty="0"/>
            <a:t>Multiple recent years (varies by dataset).</a:t>
          </a:r>
          <a:endParaRPr lang="en-US" dirty="0"/>
        </a:p>
      </dgm:t>
    </dgm:pt>
    <dgm:pt modelId="{9C5EE97F-8214-4496-8F02-9F2BD5AD9359}" type="parTrans" cxnId="{3AFA7B2D-47C5-428E-9106-89FB2DD65AFE}">
      <dgm:prSet/>
      <dgm:spPr/>
      <dgm:t>
        <a:bodyPr/>
        <a:lstStyle/>
        <a:p>
          <a:endParaRPr lang="en-US"/>
        </a:p>
      </dgm:t>
    </dgm:pt>
    <dgm:pt modelId="{920E5724-5D95-4AEC-BE57-728B42B9F169}" type="sibTrans" cxnId="{3AFA7B2D-47C5-428E-9106-89FB2DD65AFE}">
      <dgm:prSet/>
      <dgm:spPr/>
      <dgm:t>
        <a:bodyPr/>
        <a:lstStyle/>
        <a:p>
          <a:endParaRPr lang="en-US"/>
        </a:p>
      </dgm:t>
    </dgm:pt>
    <dgm:pt modelId="{6FD40A7B-9FB6-41C8-82BE-B0F71844AF3B}">
      <dgm:prSet/>
      <dgm:spPr/>
      <dgm:t>
        <a:bodyPr/>
        <a:lstStyle/>
        <a:p>
          <a:endParaRPr lang="en-US" dirty="0"/>
        </a:p>
      </dgm:t>
    </dgm:pt>
    <dgm:pt modelId="{9029517A-23A2-4C7C-9CBD-DBB27E2D1DE5}" type="parTrans" cxnId="{E6B1334C-1AEE-4F33-BA30-199D96C03640}">
      <dgm:prSet/>
      <dgm:spPr/>
      <dgm:t>
        <a:bodyPr/>
        <a:lstStyle/>
        <a:p>
          <a:endParaRPr lang="en-US"/>
        </a:p>
      </dgm:t>
    </dgm:pt>
    <dgm:pt modelId="{EF94B393-0D61-40C9-AB3E-A3FA9E6D48EA}" type="sibTrans" cxnId="{E6B1334C-1AEE-4F33-BA30-199D96C03640}">
      <dgm:prSet/>
      <dgm:spPr/>
      <dgm:t>
        <a:bodyPr/>
        <a:lstStyle/>
        <a:p>
          <a:endParaRPr lang="en-US"/>
        </a:p>
      </dgm:t>
    </dgm:pt>
    <dgm:pt modelId="{E4A99DEA-8F30-4209-B65C-08ED54B3A503}">
      <dgm:prSet/>
      <dgm:spPr/>
      <dgm:t>
        <a:bodyPr/>
        <a:lstStyle/>
        <a:p>
          <a:r>
            <a:rPr lang="en-US" b="1" i="0" baseline="0" dirty="0"/>
            <a:t>Population: </a:t>
          </a:r>
          <a:r>
            <a:rPr lang="en-US" b="0" i="0" baseline="0" dirty="0"/>
            <a:t>Adult population in the United States.</a:t>
          </a:r>
          <a:endParaRPr lang="en-US" dirty="0"/>
        </a:p>
      </dgm:t>
    </dgm:pt>
    <dgm:pt modelId="{8F494D1A-FF40-4999-B22C-392FFBAE4B58}" type="parTrans" cxnId="{6ACBEFB5-3AD7-4D5A-814A-A0CC6F148206}">
      <dgm:prSet/>
      <dgm:spPr/>
      <dgm:t>
        <a:bodyPr/>
        <a:lstStyle/>
        <a:p>
          <a:endParaRPr lang="en-US"/>
        </a:p>
      </dgm:t>
    </dgm:pt>
    <dgm:pt modelId="{52A6FF63-1E63-410B-949E-6B2D44053B70}" type="sibTrans" cxnId="{6ACBEFB5-3AD7-4D5A-814A-A0CC6F148206}">
      <dgm:prSet/>
      <dgm:spPr/>
      <dgm:t>
        <a:bodyPr/>
        <a:lstStyle/>
        <a:p>
          <a:endParaRPr lang="en-US"/>
        </a:p>
      </dgm:t>
    </dgm:pt>
    <dgm:pt modelId="{5BE9094C-3F8F-4E34-9B3A-F5D71E8C5A1A}">
      <dgm:prSet/>
      <dgm:spPr/>
      <dgm:t>
        <a:bodyPr/>
        <a:lstStyle/>
        <a:p>
          <a:endParaRPr lang="en-US" dirty="0"/>
        </a:p>
      </dgm:t>
    </dgm:pt>
    <dgm:pt modelId="{A56F858A-F6DD-4E78-B138-443160277482}" type="parTrans" cxnId="{01E68F89-1EB2-43F2-9F4F-508106ACFEC6}">
      <dgm:prSet/>
      <dgm:spPr/>
      <dgm:t>
        <a:bodyPr/>
        <a:lstStyle/>
        <a:p>
          <a:endParaRPr lang="en-US"/>
        </a:p>
      </dgm:t>
    </dgm:pt>
    <dgm:pt modelId="{E4520A7C-EAC9-499F-8B87-16485477B3B6}" type="sibTrans" cxnId="{01E68F89-1EB2-43F2-9F4F-508106ACFEC6}">
      <dgm:prSet/>
      <dgm:spPr/>
      <dgm:t>
        <a:bodyPr/>
        <a:lstStyle/>
        <a:p>
          <a:endParaRPr lang="en-US"/>
        </a:p>
      </dgm:t>
    </dgm:pt>
    <dgm:pt modelId="{3E98F14B-ED10-492F-B9B8-636666D9BA73}">
      <dgm:prSet/>
      <dgm:spPr/>
      <dgm:t>
        <a:bodyPr/>
        <a:lstStyle/>
        <a:p>
          <a:endParaRPr lang="en-US" dirty="0"/>
        </a:p>
      </dgm:t>
    </dgm:pt>
    <dgm:pt modelId="{0EADB448-82F1-423E-BBCD-48EE85ABC5AE}" type="sibTrans" cxnId="{D9245123-B5A4-44C3-A911-8ABE12B70946}">
      <dgm:prSet/>
      <dgm:spPr/>
      <dgm:t>
        <a:bodyPr/>
        <a:lstStyle/>
        <a:p>
          <a:endParaRPr lang="en-US"/>
        </a:p>
      </dgm:t>
    </dgm:pt>
    <dgm:pt modelId="{A258CEBD-001F-473A-9E2B-F621C10B6FC1}" type="parTrans" cxnId="{D9245123-B5A4-44C3-A911-8ABE12B70946}">
      <dgm:prSet/>
      <dgm:spPr/>
      <dgm:t>
        <a:bodyPr/>
        <a:lstStyle/>
        <a:p>
          <a:endParaRPr lang="en-US"/>
        </a:p>
      </dgm:t>
    </dgm:pt>
    <dgm:pt modelId="{4CA00975-D76F-5241-9D90-0648CEF89B3E}" type="pres">
      <dgm:prSet presAssocID="{25C5B2A0-A4E7-45C3-A3A2-C3E24320E59A}" presName="vert0" presStyleCnt="0">
        <dgm:presLayoutVars>
          <dgm:dir/>
          <dgm:animOne val="branch"/>
          <dgm:animLvl val="lvl"/>
        </dgm:presLayoutVars>
      </dgm:prSet>
      <dgm:spPr/>
    </dgm:pt>
    <dgm:pt modelId="{BC48982B-DB26-D94D-A4E6-E0281C8C6D2F}" type="pres">
      <dgm:prSet presAssocID="{74B4DBDD-8484-472D-8D4E-1474C93BD908}" presName="thickLine" presStyleLbl="alignNode1" presStyleIdx="0" presStyleCnt="8"/>
      <dgm:spPr/>
    </dgm:pt>
    <dgm:pt modelId="{5345A368-A29F-3B41-B8A3-20F247E0F87C}" type="pres">
      <dgm:prSet presAssocID="{74B4DBDD-8484-472D-8D4E-1474C93BD908}" presName="horz1" presStyleCnt="0"/>
      <dgm:spPr/>
    </dgm:pt>
    <dgm:pt modelId="{18F74893-E42F-A04C-ACF1-E56416385D49}" type="pres">
      <dgm:prSet presAssocID="{74B4DBDD-8484-472D-8D4E-1474C93BD908}" presName="tx1" presStyleLbl="revTx" presStyleIdx="0" presStyleCnt="8"/>
      <dgm:spPr/>
    </dgm:pt>
    <dgm:pt modelId="{BF55D346-02D7-9148-9578-AB6CD8C31D39}" type="pres">
      <dgm:prSet presAssocID="{74B4DBDD-8484-472D-8D4E-1474C93BD908}" presName="vert1" presStyleCnt="0"/>
      <dgm:spPr/>
    </dgm:pt>
    <dgm:pt modelId="{806C8349-DA03-3545-97D2-F0D91CA7D095}" type="pres">
      <dgm:prSet presAssocID="{3E98F14B-ED10-492F-B9B8-636666D9BA73}" presName="thickLine" presStyleLbl="alignNode1" presStyleIdx="1" presStyleCnt="8"/>
      <dgm:spPr/>
    </dgm:pt>
    <dgm:pt modelId="{612BAE09-2D4F-7143-B503-BF846C51BA95}" type="pres">
      <dgm:prSet presAssocID="{3E98F14B-ED10-492F-B9B8-636666D9BA73}" presName="horz1" presStyleCnt="0"/>
      <dgm:spPr/>
    </dgm:pt>
    <dgm:pt modelId="{1645F128-7756-5546-A2B0-3688301C7098}" type="pres">
      <dgm:prSet presAssocID="{3E98F14B-ED10-492F-B9B8-636666D9BA73}" presName="tx1" presStyleLbl="revTx" presStyleIdx="1" presStyleCnt="8"/>
      <dgm:spPr/>
    </dgm:pt>
    <dgm:pt modelId="{C050C528-D8BA-CE4C-80D8-00B3A29A5F35}" type="pres">
      <dgm:prSet presAssocID="{3E98F14B-ED10-492F-B9B8-636666D9BA73}" presName="vert1" presStyleCnt="0"/>
      <dgm:spPr/>
    </dgm:pt>
    <dgm:pt modelId="{D20BB33D-0824-0E41-993E-277EB8144258}" type="pres">
      <dgm:prSet presAssocID="{5D44A2F5-EE7E-40EB-B573-6DF1EF3286CF}" presName="thickLine" presStyleLbl="alignNode1" presStyleIdx="2" presStyleCnt="8"/>
      <dgm:spPr/>
    </dgm:pt>
    <dgm:pt modelId="{9DABFF29-4CF3-384A-90A7-B8747E73770F}" type="pres">
      <dgm:prSet presAssocID="{5D44A2F5-EE7E-40EB-B573-6DF1EF3286CF}" presName="horz1" presStyleCnt="0"/>
      <dgm:spPr/>
    </dgm:pt>
    <dgm:pt modelId="{DE057143-6241-D847-9256-4AC3303F2818}" type="pres">
      <dgm:prSet presAssocID="{5D44A2F5-EE7E-40EB-B573-6DF1EF3286CF}" presName="tx1" presStyleLbl="revTx" presStyleIdx="2" presStyleCnt="8"/>
      <dgm:spPr/>
    </dgm:pt>
    <dgm:pt modelId="{392C0821-06E3-3747-BEA5-C534F287754D}" type="pres">
      <dgm:prSet presAssocID="{5D44A2F5-EE7E-40EB-B573-6DF1EF3286CF}" presName="vert1" presStyleCnt="0"/>
      <dgm:spPr/>
    </dgm:pt>
    <dgm:pt modelId="{3DD2AFA0-AD2C-1B42-95F5-979A951A265A}" type="pres">
      <dgm:prSet presAssocID="{3D365161-7DF4-4E43-88DE-D1325573A408}" presName="thickLine" presStyleLbl="alignNode1" presStyleIdx="3" presStyleCnt="8"/>
      <dgm:spPr/>
    </dgm:pt>
    <dgm:pt modelId="{06238BCB-A6C0-A440-8D96-8C43DD38455A}" type="pres">
      <dgm:prSet presAssocID="{3D365161-7DF4-4E43-88DE-D1325573A408}" presName="horz1" presStyleCnt="0"/>
      <dgm:spPr/>
    </dgm:pt>
    <dgm:pt modelId="{83E838AB-AFB0-FF48-8CED-8144F9262BC3}" type="pres">
      <dgm:prSet presAssocID="{3D365161-7DF4-4E43-88DE-D1325573A408}" presName="tx1" presStyleLbl="revTx" presStyleIdx="3" presStyleCnt="8"/>
      <dgm:spPr/>
    </dgm:pt>
    <dgm:pt modelId="{7A389E47-F29E-D748-80C6-0F1CBBED88B7}" type="pres">
      <dgm:prSet presAssocID="{3D365161-7DF4-4E43-88DE-D1325573A408}" presName="vert1" presStyleCnt="0"/>
      <dgm:spPr/>
    </dgm:pt>
    <dgm:pt modelId="{CD9E9F56-FFA3-6942-86DC-C406A4B041DD}" type="pres">
      <dgm:prSet presAssocID="{89387A66-7E85-4C07-95E7-1BC2CFF58D8A}" presName="thickLine" presStyleLbl="alignNode1" presStyleIdx="4" presStyleCnt="8"/>
      <dgm:spPr/>
    </dgm:pt>
    <dgm:pt modelId="{E98FF437-6B6F-884F-8D85-D7D8DF5C40C8}" type="pres">
      <dgm:prSet presAssocID="{89387A66-7E85-4C07-95E7-1BC2CFF58D8A}" presName="horz1" presStyleCnt="0"/>
      <dgm:spPr/>
    </dgm:pt>
    <dgm:pt modelId="{44CED1EC-E2EE-2F49-950B-F1F01FD0BC4A}" type="pres">
      <dgm:prSet presAssocID="{89387A66-7E85-4C07-95E7-1BC2CFF58D8A}" presName="tx1" presStyleLbl="revTx" presStyleIdx="4" presStyleCnt="8"/>
      <dgm:spPr/>
    </dgm:pt>
    <dgm:pt modelId="{92293210-7346-024B-B162-DC76C7201E20}" type="pres">
      <dgm:prSet presAssocID="{89387A66-7E85-4C07-95E7-1BC2CFF58D8A}" presName="vert1" presStyleCnt="0"/>
      <dgm:spPr/>
    </dgm:pt>
    <dgm:pt modelId="{13091B1E-D6A8-9846-977E-8D5CFC05A615}" type="pres">
      <dgm:prSet presAssocID="{6FD40A7B-9FB6-41C8-82BE-B0F71844AF3B}" presName="thickLine" presStyleLbl="alignNode1" presStyleIdx="5" presStyleCnt="8"/>
      <dgm:spPr/>
    </dgm:pt>
    <dgm:pt modelId="{C7FE18D4-5E15-7A41-A4CC-0974FDC0089E}" type="pres">
      <dgm:prSet presAssocID="{6FD40A7B-9FB6-41C8-82BE-B0F71844AF3B}" presName="horz1" presStyleCnt="0"/>
      <dgm:spPr/>
    </dgm:pt>
    <dgm:pt modelId="{069E0D15-A519-3B45-84F0-51C406380750}" type="pres">
      <dgm:prSet presAssocID="{6FD40A7B-9FB6-41C8-82BE-B0F71844AF3B}" presName="tx1" presStyleLbl="revTx" presStyleIdx="5" presStyleCnt="8"/>
      <dgm:spPr/>
    </dgm:pt>
    <dgm:pt modelId="{DADAEC9F-409A-7141-95C3-020F340A0825}" type="pres">
      <dgm:prSet presAssocID="{6FD40A7B-9FB6-41C8-82BE-B0F71844AF3B}" presName="vert1" presStyleCnt="0"/>
      <dgm:spPr/>
    </dgm:pt>
    <dgm:pt modelId="{785DE470-0455-9343-B392-59AA8244B04B}" type="pres">
      <dgm:prSet presAssocID="{E4A99DEA-8F30-4209-B65C-08ED54B3A503}" presName="thickLine" presStyleLbl="alignNode1" presStyleIdx="6" presStyleCnt="8"/>
      <dgm:spPr/>
    </dgm:pt>
    <dgm:pt modelId="{A9400763-DA5F-BF40-9F7C-09F135BB9355}" type="pres">
      <dgm:prSet presAssocID="{E4A99DEA-8F30-4209-B65C-08ED54B3A503}" presName="horz1" presStyleCnt="0"/>
      <dgm:spPr/>
    </dgm:pt>
    <dgm:pt modelId="{EEA276A7-BAD8-0D40-B61C-0F0ADADA19AB}" type="pres">
      <dgm:prSet presAssocID="{E4A99DEA-8F30-4209-B65C-08ED54B3A503}" presName="tx1" presStyleLbl="revTx" presStyleIdx="6" presStyleCnt="8"/>
      <dgm:spPr/>
    </dgm:pt>
    <dgm:pt modelId="{57A3D61D-E9E8-A940-A734-5736BE7BE2DF}" type="pres">
      <dgm:prSet presAssocID="{E4A99DEA-8F30-4209-B65C-08ED54B3A503}" presName="vert1" presStyleCnt="0"/>
      <dgm:spPr/>
    </dgm:pt>
    <dgm:pt modelId="{FD0BF57D-5766-474E-9165-6FC2C129B5C1}" type="pres">
      <dgm:prSet presAssocID="{5BE9094C-3F8F-4E34-9B3A-F5D71E8C5A1A}" presName="thickLine" presStyleLbl="alignNode1" presStyleIdx="7" presStyleCnt="8"/>
      <dgm:spPr/>
    </dgm:pt>
    <dgm:pt modelId="{7570B46A-925C-854C-BD7D-124D31CABB6A}" type="pres">
      <dgm:prSet presAssocID="{5BE9094C-3F8F-4E34-9B3A-F5D71E8C5A1A}" presName="horz1" presStyleCnt="0"/>
      <dgm:spPr/>
    </dgm:pt>
    <dgm:pt modelId="{E88F4D7E-C633-3A4D-9EEB-5BD30E1EA85E}" type="pres">
      <dgm:prSet presAssocID="{5BE9094C-3F8F-4E34-9B3A-F5D71E8C5A1A}" presName="tx1" presStyleLbl="revTx" presStyleIdx="7" presStyleCnt="8"/>
      <dgm:spPr/>
    </dgm:pt>
    <dgm:pt modelId="{1B0CA856-704D-8648-A890-512C9F6B3CA8}" type="pres">
      <dgm:prSet presAssocID="{5BE9094C-3F8F-4E34-9B3A-F5D71E8C5A1A}" presName="vert1" presStyleCnt="0"/>
      <dgm:spPr/>
    </dgm:pt>
  </dgm:ptLst>
  <dgm:cxnLst>
    <dgm:cxn modelId="{161AF105-3A52-B14C-A099-17377B9DDF27}" type="presOf" srcId="{E4A99DEA-8F30-4209-B65C-08ED54B3A503}" destId="{EEA276A7-BAD8-0D40-B61C-0F0ADADA19AB}" srcOrd="0" destOrd="0" presId="urn:microsoft.com/office/officeart/2008/layout/LinedList"/>
    <dgm:cxn modelId="{D9245123-B5A4-44C3-A911-8ABE12B70946}" srcId="{25C5B2A0-A4E7-45C3-A3A2-C3E24320E59A}" destId="{3E98F14B-ED10-492F-B9B8-636666D9BA73}" srcOrd="1" destOrd="0" parTransId="{A258CEBD-001F-473A-9E2B-F621C10B6FC1}" sibTransId="{0EADB448-82F1-423E-BBCD-48EE85ABC5AE}"/>
    <dgm:cxn modelId="{3AFA7B2D-47C5-428E-9106-89FB2DD65AFE}" srcId="{25C5B2A0-A4E7-45C3-A3A2-C3E24320E59A}" destId="{89387A66-7E85-4C07-95E7-1BC2CFF58D8A}" srcOrd="4" destOrd="0" parTransId="{9C5EE97F-8214-4496-8F02-9F2BD5AD9359}" sibTransId="{920E5724-5D95-4AEC-BE57-728B42B9F169}"/>
    <dgm:cxn modelId="{C9F8F93A-BC9E-8D47-9774-E0728C67FF84}" type="presOf" srcId="{25C5B2A0-A4E7-45C3-A3A2-C3E24320E59A}" destId="{4CA00975-D76F-5241-9D90-0648CEF89B3E}" srcOrd="0" destOrd="0" presId="urn:microsoft.com/office/officeart/2008/layout/LinedList"/>
    <dgm:cxn modelId="{6290693B-1881-1040-B232-FA9B7F6D8129}" type="presOf" srcId="{3D365161-7DF4-4E43-88DE-D1325573A408}" destId="{83E838AB-AFB0-FF48-8CED-8144F9262BC3}" srcOrd="0" destOrd="0" presId="urn:microsoft.com/office/officeart/2008/layout/LinedList"/>
    <dgm:cxn modelId="{E6B1334C-1AEE-4F33-BA30-199D96C03640}" srcId="{25C5B2A0-A4E7-45C3-A3A2-C3E24320E59A}" destId="{6FD40A7B-9FB6-41C8-82BE-B0F71844AF3B}" srcOrd="5" destOrd="0" parTransId="{9029517A-23A2-4C7C-9CBD-DBB27E2D1DE5}" sibTransId="{EF94B393-0D61-40C9-AB3E-A3FA9E6D48EA}"/>
    <dgm:cxn modelId="{82AFF24F-605E-7545-AA6D-37AF1C9B8993}" type="presOf" srcId="{74B4DBDD-8484-472D-8D4E-1474C93BD908}" destId="{18F74893-E42F-A04C-ACF1-E56416385D49}" srcOrd="0" destOrd="0" presId="urn:microsoft.com/office/officeart/2008/layout/LinedList"/>
    <dgm:cxn modelId="{0C37F84F-CB3D-4A6A-987E-87D9B04F3E95}" srcId="{25C5B2A0-A4E7-45C3-A3A2-C3E24320E59A}" destId="{3D365161-7DF4-4E43-88DE-D1325573A408}" srcOrd="3" destOrd="0" parTransId="{2144B9F1-F618-448C-97E6-679FC332373F}" sibTransId="{4899C5B8-1EF7-4CF6-8F92-513150B882E0}"/>
    <dgm:cxn modelId="{94646F70-54F6-2A4D-8B5A-CF338A4A5BEC}" type="presOf" srcId="{3E98F14B-ED10-492F-B9B8-636666D9BA73}" destId="{1645F128-7756-5546-A2B0-3688301C7098}" srcOrd="0" destOrd="0" presId="urn:microsoft.com/office/officeart/2008/layout/LinedList"/>
    <dgm:cxn modelId="{20F65987-DCD2-49F8-911E-D95C4E1C1CC0}" srcId="{25C5B2A0-A4E7-45C3-A3A2-C3E24320E59A}" destId="{5D44A2F5-EE7E-40EB-B573-6DF1EF3286CF}" srcOrd="2" destOrd="0" parTransId="{2E5B227C-4178-4E64-B5A2-FB2F0E774203}" sibTransId="{6EF81CFF-92A0-4DB3-BEE5-77C3660FA937}"/>
    <dgm:cxn modelId="{01E68F89-1EB2-43F2-9F4F-508106ACFEC6}" srcId="{25C5B2A0-A4E7-45C3-A3A2-C3E24320E59A}" destId="{5BE9094C-3F8F-4E34-9B3A-F5D71E8C5A1A}" srcOrd="7" destOrd="0" parTransId="{A56F858A-F6DD-4E78-B138-443160277482}" sibTransId="{E4520A7C-EAC9-499F-8B87-16485477B3B6}"/>
    <dgm:cxn modelId="{E0E6B799-D782-614D-BAEF-CEC3166C43AF}" type="presOf" srcId="{5D44A2F5-EE7E-40EB-B573-6DF1EF3286CF}" destId="{DE057143-6241-D847-9256-4AC3303F2818}" srcOrd="0" destOrd="0" presId="urn:microsoft.com/office/officeart/2008/layout/LinedList"/>
    <dgm:cxn modelId="{430A34A2-DAC4-2A4D-A948-1F625724E046}" type="presOf" srcId="{6FD40A7B-9FB6-41C8-82BE-B0F71844AF3B}" destId="{069E0D15-A519-3B45-84F0-51C406380750}" srcOrd="0" destOrd="0" presId="urn:microsoft.com/office/officeart/2008/layout/LinedList"/>
    <dgm:cxn modelId="{6ACBEFB5-3AD7-4D5A-814A-A0CC6F148206}" srcId="{25C5B2A0-A4E7-45C3-A3A2-C3E24320E59A}" destId="{E4A99DEA-8F30-4209-B65C-08ED54B3A503}" srcOrd="6" destOrd="0" parTransId="{8F494D1A-FF40-4999-B22C-392FFBAE4B58}" sibTransId="{52A6FF63-1E63-410B-949E-6B2D44053B70}"/>
    <dgm:cxn modelId="{2208C0D5-7111-C845-9ECB-62AEFCF4D027}" type="presOf" srcId="{89387A66-7E85-4C07-95E7-1BC2CFF58D8A}" destId="{44CED1EC-E2EE-2F49-950B-F1F01FD0BC4A}" srcOrd="0" destOrd="0" presId="urn:microsoft.com/office/officeart/2008/layout/LinedList"/>
    <dgm:cxn modelId="{203601F2-DC68-8A47-9FC7-485A5EF03D2E}" type="presOf" srcId="{5BE9094C-3F8F-4E34-9B3A-F5D71E8C5A1A}" destId="{E88F4D7E-C633-3A4D-9EEB-5BD30E1EA85E}" srcOrd="0" destOrd="0" presId="urn:microsoft.com/office/officeart/2008/layout/LinedList"/>
    <dgm:cxn modelId="{5486BBF7-C459-4208-9C51-1D47F4CDDC94}" srcId="{25C5B2A0-A4E7-45C3-A3A2-C3E24320E59A}" destId="{74B4DBDD-8484-472D-8D4E-1474C93BD908}" srcOrd="0" destOrd="0" parTransId="{34A58670-CC04-4301-A6E5-C084B42CF892}" sibTransId="{37919A62-0D27-4AD6-8B07-707519C3761A}"/>
    <dgm:cxn modelId="{8E2693F9-E8C7-BB42-801A-FE9DF2859702}" type="presParOf" srcId="{4CA00975-D76F-5241-9D90-0648CEF89B3E}" destId="{BC48982B-DB26-D94D-A4E6-E0281C8C6D2F}" srcOrd="0" destOrd="0" presId="urn:microsoft.com/office/officeart/2008/layout/LinedList"/>
    <dgm:cxn modelId="{704C80F6-2820-6B44-A2A8-5CCC5B1F283E}" type="presParOf" srcId="{4CA00975-D76F-5241-9D90-0648CEF89B3E}" destId="{5345A368-A29F-3B41-B8A3-20F247E0F87C}" srcOrd="1" destOrd="0" presId="urn:microsoft.com/office/officeart/2008/layout/LinedList"/>
    <dgm:cxn modelId="{A923C886-8205-024B-8941-5B8402710370}" type="presParOf" srcId="{5345A368-A29F-3B41-B8A3-20F247E0F87C}" destId="{18F74893-E42F-A04C-ACF1-E56416385D49}" srcOrd="0" destOrd="0" presId="urn:microsoft.com/office/officeart/2008/layout/LinedList"/>
    <dgm:cxn modelId="{77A66862-5F77-E44F-9EBB-FB635B7B01CB}" type="presParOf" srcId="{5345A368-A29F-3B41-B8A3-20F247E0F87C}" destId="{BF55D346-02D7-9148-9578-AB6CD8C31D39}" srcOrd="1" destOrd="0" presId="urn:microsoft.com/office/officeart/2008/layout/LinedList"/>
    <dgm:cxn modelId="{A1DDA279-28CE-434C-91AB-0042DEBE121A}" type="presParOf" srcId="{4CA00975-D76F-5241-9D90-0648CEF89B3E}" destId="{806C8349-DA03-3545-97D2-F0D91CA7D095}" srcOrd="2" destOrd="0" presId="urn:microsoft.com/office/officeart/2008/layout/LinedList"/>
    <dgm:cxn modelId="{1D760424-6FE9-B442-BA6F-0E1D5A6CAD27}" type="presParOf" srcId="{4CA00975-D76F-5241-9D90-0648CEF89B3E}" destId="{612BAE09-2D4F-7143-B503-BF846C51BA95}" srcOrd="3" destOrd="0" presId="urn:microsoft.com/office/officeart/2008/layout/LinedList"/>
    <dgm:cxn modelId="{717CB431-A785-6542-BC60-14C26944C669}" type="presParOf" srcId="{612BAE09-2D4F-7143-B503-BF846C51BA95}" destId="{1645F128-7756-5546-A2B0-3688301C7098}" srcOrd="0" destOrd="0" presId="urn:microsoft.com/office/officeart/2008/layout/LinedList"/>
    <dgm:cxn modelId="{F2DDE9E3-B300-1E42-8875-3B3818AEFDCF}" type="presParOf" srcId="{612BAE09-2D4F-7143-B503-BF846C51BA95}" destId="{C050C528-D8BA-CE4C-80D8-00B3A29A5F35}" srcOrd="1" destOrd="0" presId="urn:microsoft.com/office/officeart/2008/layout/LinedList"/>
    <dgm:cxn modelId="{4472C167-B3A7-0C47-91C8-2B6A75F07FC9}" type="presParOf" srcId="{4CA00975-D76F-5241-9D90-0648CEF89B3E}" destId="{D20BB33D-0824-0E41-993E-277EB8144258}" srcOrd="4" destOrd="0" presId="urn:microsoft.com/office/officeart/2008/layout/LinedList"/>
    <dgm:cxn modelId="{D87398E4-B961-B94B-9ABE-AE5D3CEAB15E}" type="presParOf" srcId="{4CA00975-D76F-5241-9D90-0648CEF89B3E}" destId="{9DABFF29-4CF3-384A-90A7-B8747E73770F}" srcOrd="5" destOrd="0" presId="urn:microsoft.com/office/officeart/2008/layout/LinedList"/>
    <dgm:cxn modelId="{0030E2B2-6E1B-BD4E-9EBA-300600816039}" type="presParOf" srcId="{9DABFF29-4CF3-384A-90A7-B8747E73770F}" destId="{DE057143-6241-D847-9256-4AC3303F2818}" srcOrd="0" destOrd="0" presId="urn:microsoft.com/office/officeart/2008/layout/LinedList"/>
    <dgm:cxn modelId="{2F3182E3-EED7-DA41-9DB4-B12D25B65DE3}" type="presParOf" srcId="{9DABFF29-4CF3-384A-90A7-B8747E73770F}" destId="{392C0821-06E3-3747-BEA5-C534F287754D}" srcOrd="1" destOrd="0" presId="urn:microsoft.com/office/officeart/2008/layout/LinedList"/>
    <dgm:cxn modelId="{BDFE2838-6FBF-A54E-B7FB-EE5DA1931D28}" type="presParOf" srcId="{4CA00975-D76F-5241-9D90-0648CEF89B3E}" destId="{3DD2AFA0-AD2C-1B42-95F5-979A951A265A}" srcOrd="6" destOrd="0" presId="urn:microsoft.com/office/officeart/2008/layout/LinedList"/>
    <dgm:cxn modelId="{ED3DB3B7-6FD9-5346-8BBC-217EDD75D2BA}" type="presParOf" srcId="{4CA00975-D76F-5241-9D90-0648CEF89B3E}" destId="{06238BCB-A6C0-A440-8D96-8C43DD38455A}" srcOrd="7" destOrd="0" presId="urn:microsoft.com/office/officeart/2008/layout/LinedList"/>
    <dgm:cxn modelId="{5D88D6C0-C74C-454A-B801-8A1C4E15B418}" type="presParOf" srcId="{06238BCB-A6C0-A440-8D96-8C43DD38455A}" destId="{83E838AB-AFB0-FF48-8CED-8144F9262BC3}" srcOrd="0" destOrd="0" presId="urn:microsoft.com/office/officeart/2008/layout/LinedList"/>
    <dgm:cxn modelId="{6CCE6BCA-0C25-A64F-815E-7E9850BD19C7}" type="presParOf" srcId="{06238BCB-A6C0-A440-8D96-8C43DD38455A}" destId="{7A389E47-F29E-D748-80C6-0F1CBBED88B7}" srcOrd="1" destOrd="0" presId="urn:microsoft.com/office/officeart/2008/layout/LinedList"/>
    <dgm:cxn modelId="{1B5DF11A-CBB2-614F-A353-4575AA4E4F32}" type="presParOf" srcId="{4CA00975-D76F-5241-9D90-0648CEF89B3E}" destId="{CD9E9F56-FFA3-6942-86DC-C406A4B041DD}" srcOrd="8" destOrd="0" presId="urn:microsoft.com/office/officeart/2008/layout/LinedList"/>
    <dgm:cxn modelId="{0D2E4A4D-A276-FF44-9243-957D74EE8943}" type="presParOf" srcId="{4CA00975-D76F-5241-9D90-0648CEF89B3E}" destId="{E98FF437-6B6F-884F-8D85-D7D8DF5C40C8}" srcOrd="9" destOrd="0" presId="urn:microsoft.com/office/officeart/2008/layout/LinedList"/>
    <dgm:cxn modelId="{6536CF58-3D28-064E-A4BB-7BBB5C310409}" type="presParOf" srcId="{E98FF437-6B6F-884F-8D85-D7D8DF5C40C8}" destId="{44CED1EC-E2EE-2F49-950B-F1F01FD0BC4A}" srcOrd="0" destOrd="0" presId="urn:microsoft.com/office/officeart/2008/layout/LinedList"/>
    <dgm:cxn modelId="{27305099-9E94-E443-ABE8-34E39B04E102}" type="presParOf" srcId="{E98FF437-6B6F-884F-8D85-D7D8DF5C40C8}" destId="{92293210-7346-024B-B162-DC76C7201E20}" srcOrd="1" destOrd="0" presId="urn:microsoft.com/office/officeart/2008/layout/LinedList"/>
    <dgm:cxn modelId="{048ABD7E-AA36-F446-8B79-7609BC69904C}" type="presParOf" srcId="{4CA00975-D76F-5241-9D90-0648CEF89B3E}" destId="{13091B1E-D6A8-9846-977E-8D5CFC05A615}" srcOrd="10" destOrd="0" presId="urn:microsoft.com/office/officeart/2008/layout/LinedList"/>
    <dgm:cxn modelId="{4DA4B9E4-70A7-3143-8B08-15B4605322DF}" type="presParOf" srcId="{4CA00975-D76F-5241-9D90-0648CEF89B3E}" destId="{C7FE18D4-5E15-7A41-A4CC-0974FDC0089E}" srcOrd="11" destOrd="0" presId="urn:microsoft.com/office/officeart/2008/layout/LinedList"/>
    <dgm:cxn modelId="{5D7C12E3-B324-0C4D-A707-5031C22B2C6D}" type="presParOf" srcId="{C7FE18D4-5E15-7A41-A4CC-0974FDC0089E}" destId="{069E0D15-A519-3B45-84F0-51C406380750}" srcOrd="0" destOrd="0" presId="urn:microsoft.com/office/officeart/2008/layout/LinedList"/>
    <dgm:cxn modelId="{2B8D5999-3F72-1844-8684-C39AE68C3CD9}" type="presParOf" srcId="{C7FE18D4-5E15-7A41-A4CC-0974FDC0089E}" destId="{DADAEC9F-409A-7141-95C3-020F340A0825}" srcOrd="1" destOrd="0" presId="urn:microsoft.com/office/officeart/2008/layout/LinedList"/>
    <dgm:cxn modelId="{5A2CC320-112F-5B4B-A732-12FA48C7B2CD}" type="presParOf" srcId="{4CA00975-D76F-5241-9D90-0648CEF89B3E}" destId="{785DE470-0455-9343-B392-59AA8244B04B}" srcOrd="12" destOrd="0" presId="urn:microsoft.com/office/officeart/2008/layout/LinedList"/>
    <dgm:cxn modelId="{7A5F9BA4-9E25-B645-9739-AD3C03ED8FD3}" type="presParOf" srcId="{4CA00975-D76F-5241-9D90-0648CEF89B3E}" destId="{A9400763-DA5F-BF40-9F7C-09F135BB9355}" srcOrd="13" destOrd="0" presId="urn:microsoft.com/office/officeart/2008/layout/LinedList"/>
    <dgm:cxn modelId="{19DD9816-EFAB-C84B-A9D7-CD5DBCA8BF4A}" type="presParOf" srcId="{A9400763-DA5F-BF40-9F7C-09F135BB9355}" destId="{EEA276A7-BAD8-0D40-B61C-0F0ADADA19AB}" srcOrd="0" destOrd="0" presId="urn:microsoft.com/office/officeart/2008/layout/LinedList"/>
    <dgm:cxn modelId="{51DD5B9E-A88F-A24C-866D-4B8DC318562D}" type="presParOf" srcId="{A9400763-DA5F-BF40-9F7C-09F135BB9355}" destId="{57A3D61D-E9E8-A940-A734-5736BE7BE2DF}" srcOrd="1" destOrd="0" presId="urn:microsoft.com/office/officeart/2008/layout/LinedList"/>
    <dgm:cxn modelId="{784B55A1-9ED5-A645-8308-3036322BF142}" type="presParOf" srcId="{4CA00975-D76F-5241-9D90-0648CEF89B3E}" destId="{FD0BF57D-5766-474E-9165-6FC2C129B5C1}" srcOrd="14" destOrd="0" presId="urn:microsoft.com/office/officeart/2008/layout/LinedList"/>
    <dgm:cxn modelId="{C2B405A8-8813-1D4B-8860-33465AB52BB0}" type="presParOf" srcId="{4CA00975-D76F-5241-9D90-0648CEF89B3E}" destId="{7570B46A-925C-854C-BD7D-124D31CABB6A}" srcOrd="15" destOrd="0" presId="urn:microsoft.com/office/officeart/2008/layout/LinedList"/>
    <dgm:cxn modelId="{36F3427C-E137-9141-971F-85C9EB6C96C3}" type="presParOf" srcId="{7570B46A-925C-854C-BD7D-124D31CABB6A}" destId="{E88F4D7E-C633-3A4D-9EEB-5BD30E1EA85E}" srcOrd="0" destOrd="0" presId="urn:microsoft.com/office/officeart/2008/layout/LinedList"/>
    <dgm:cxn modelId="{DDD3D7CE-F5E1-C341-825A-48B8C26E9015}" type="presParOf" srcId="{7570B46A-925C-854C-BD7D-124D31CABB6A}" destId="{1B0CA856-704D-8648-A890-512C9F6B3CA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D74A90A-C633-4D76-BB4B-DB99040ACFE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91ED42E-CA76-45E9-8390-38FFA806B39E}">
      <dgm:prSet custT="1"/>
      <dgm:spPr/>
      <dgm:t>
        <a:bodyPr/>
        <a:lstStyle/>
        <a:p>
          <a:pPr algn="l"/>
          <a:r>
            <a:rPr lang="en-US" sz="2400" b="0" i="0" baseline="0">
              <a:latin typeface="Calibri" panose="020F0502020204030204" pitchFamily="34" charset="0"/>
              <a:cs typeface="Calibri" panose="020F0502020204030204" pitchFamily="34" charset="0"/>
            </a:rPr>
            <a:t>File format: </a:t>
          </a:r>
          <a:r>
            <a:rPr lang="en-US" sz="2400" b="1" i="0" baseline="0">
              <a:latin typeface="Calibri" panose="020F0502020204030204" pitchFamily="34" charset="0"/>
              <a:cs typeface="Calibri" panose="020F0502020204030204" pitchFamily="34" charset="0"/>
            </a:rPr>
            <a:t>CSV (.csv)</a:t>
          </a:r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467CDBA-A769-49E1-8CA6-06381FC2814B}" type="parTrans" cxnId="{051A19B0-E391-4697-81F2-69A2EC6E9449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FBF4F6E-2A93-42F3-A231-3A17B668FD98}" type="sibTrans" cxnId="{051A19B0-E391-4697-81F2-69A2EC6E9449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64B42BD-9593-4B9B-8220-5721CF1B2FB1}">
      <dgm:prSet custT="1"/>
      <dgm:spPr/>
      <dgm:t>
        <a:bodyPr/>
        <a:lstStyle/>
        <a:p>
          <a:pPr algn="l"/>
          <a:r>
            <a:rPr lang="en-US" sz="2400" b="0" i="0" baseline="0" dirty="0">
              <a:latin typeface="Calibri" panose="020F0502020204030204" pitchFamily="34" charset="0"/>
              <a:cs typeface="Calibri" panose="020F0502020204030204" pitchFamily="34" charset="0"/>
            </a:rPr>
            <a:t>Rows represent county-level observations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CF0CE7A-55C0-4EA5-A1E6-2A57DD642F07}" type="parTrans" cxnId="{402FF676-116E-444C-B8C9-E86C5132A28B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5F48868-1455-4307-9DC4-DF428E6903BD}" type="sibTrans" cxnId="{402FF676-116E-444C-B8C9-E86C5132A28B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745A8F8-38F0-44EF-A9DD-B36518EB6BFA}">
      <dgm:prSet custT="1"/>
      <dgm:spPr/>
      <dgm:t>
        <a:bodyPr/>
        <a:lstStyle/>
        <a:p>
          <a:pPr algn="l"/>
          <a:r>
            <a:rPr lang="en-US" sz="2400" b="0" i="0" baseline="0">
              <a:latin typeface="Calibri" panose="020F0502020204030204" pitchFamily="34" charset="0"/>
              <a:cs typeface="Calibri" panose="020F0502020204030204" pitchFamily="34" charset="0"/>
            </a:rPr>
            <a:t>Columns represent lung cancer outcomes, geographic identifiers, and risk factors</a:t>
          </a:r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61C00AC-D612-41FE-8041-7472DAFC6EEC}" type="parTrans" cxnId="{1603C386-FCF4-4681-A8B8-42C459578856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9EA305B-2846-468E-91BD-386FC501CB34}" type="sibTrans" cxnId="{1603C386-FCF4-4681-A8B8-42C459578856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50D4536-92A2-49E9-99B5-75B6A7103C5D}">
      <dgm:prSet custT="1"/>
      <dgm:spPr/>
      <dgm:t>
        <a:bodyPr/>
        <a:lstStyle/>
        <a:p>
          <a:pPr algn="l"/>
          <a:r>
            <a:rPr lang="en-US" sz="2400" b="1" i="0" baseline="0" dirty="0">
              <a:latin typeface="Calibri" panose="020F0502020204030204" pitchFamily="34" charset="0"/>
              <a:cs typeface="Calibri" panose="020F0502020204030204" pitchFamily="34" charset="0"/>
            </a:rPr>
            <a:t>Data can be analyzed using:</a:t>
          </a:r>
          <a:endParaRPr lang="en-US" sz="2400" b="1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CD46926-856F-4E37-A947-76152B12220A}" type="parTrans" cxnId="{73D57CD3-51D3-41DA-90D2-5A7889CBB145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6271E79-CBF4-4203-8521-EC180D2A27EF}" type="sibTrans" cxnId="{73D57CD3-51D3-41DA-90D2-5A7889CBB145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FD43849-963B-46AC-A661-06B0A919C66F}">
      <dgm:prSet custT="1"/>
      <dgm:spPr/>
      <dgm:t>
        <a:bodyPr/>
        <a:lstStyle/>
        <a:p>
          <a:pPr algn="l"/>
          <a:r>
            <a:rPr lang="en-US" sz="2400" b="0" i="0" baseline="0">
              <a:latin typeface="Calibri" panose="020F0502020204030204" pitchFamily="34" charset="0"/>
              <a:cs typeface="Calibri" panose="020F0502020204030204" pitchFamily="34" charset="0"/>
            </a:rPr>
            <a:t>Python (Pandas)</a:t>
          </a:r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5433E41-9B58-4931-97ED-514E60BDECD8}" type="parTrans" cxnId="{D1209028-5FFF-4652-8806-98358FDD860B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C89E60B-4ADD-4950-8780-11C9F80F190F}" type="sibTrans" cxnId="{D1209028-5FFF-4652-8806-98358FDD860B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8454A5D-53D5-490B-BB07-ED777E9E2C60}">
      <dgm:prSet custT="1"/>
      <dgm:spPr/>
      <dgm:t>
        <a:bodyPr/>
        <a:lstStyle/>
        <a:p>
          <a:pPr algn="l"/>
          <a:r>
            <a:rPr lang="en-US" sz="2400" b="0" i="0" baseline="0">
              <a:latin typeface="Calibri" panose="020F0502020204030204" pitchFamily="34" charset="0"/>
              <a:cs typeface="Calibri" panose="020F0502020204030204" pitchFamily="34" charset="0"/>
            </a:rPr>
            <a:t>R</a:t>
          </a:r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8362EA0-2CFB-4B04-A1B6-AFC9489F5DC6}" type="parTrans" cxnId="{0E49A2D1-302F-4542-9A83-46EFAA72833B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47039B6-D2C2-42CF-B358-C4AF5C459CF3}" type="sibTrans" cxnId="{0E49A2D1-302F-4542-9A83-46EFAA72833B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723E4FF-8563-4F9C-BACB-58D3189D52D9}">
      <dgm:prSet custT="1"/>
      <dgm:spPr/>
      <dgm:t>
        <a:bodyPr/>
        <a:lstStyle/>
        <a:p>
          <a:pPr algn="l"/>
          <a:r>
            <a:rPr lang="en-US" sz="2400" b="0" i="0" baseline="0">
              <a:latin typeface="Calibri" panose="020F0502020204030204" pitchFamily="34" charset="0"/>
              <a:cs typeface="Calibri" panose="020F0502020204030204" pitchFamily="34" charset="0"/>
            </a:rPr>
            <a:t>Excel</a:t>
          </a:r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ECB94F1-559F-4D37-97FA-35DE5CE14FFE}" type="parTrans" cxnId="{05B85037-5C74-430A-8A70-EE0E8661D453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683EB0E-1050-4044-B977-5DEDDAAD5FB0}" type="sibTrans" cxnId="{05B85037-5C74-430A-8A70-EE0E8661D453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5697AB8-D249-48D0-8FE0-F1CEDBD39689}">
      <dgm:prSet custT="1"/>
      <dgm:spPr/>
      <dgm:t>
        <a:bodyPr/>
        <a:lstStyle/>
        <a:p>
          <a:pPr algn="l"/>
          <a:r>
            <a:rPr lang="en-US" sz="2400" b="0" i="0" baseline="0">
              <a:latin typeface="Calibri" panose="020F0502020204030204" pitchFamily="34" charset="0"/>
              <a:cs typeface="Calibri" panose="020F0502020204030204" pitchFamily="34" charset="0"/>
            </a:rPr>
            <a:t>Statistical and machine learning tools</a:t>
          </a:r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F2E978F-8665-423B-8763-20D4C458E73E}" type="parTrans" cxnId="{29EEDDD0-C376-407C-8BF3-FD009629E905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9219E4D-1A62-4855-958F-955784ADF7A9}" type="sibTrans" cxnId="{29EEDDD0-C376-407C-8BF3-FD009629E905}">
      <dgm:prSet/>
      <dgm:spPr/>
      <dgm:t>
        <a:bodyPr/>
        <a:lstStyle/>
        <a:p>
          <a:pPr algn="l"/>
          <a:endParaRPr lang="en-US" sz="24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882297E-3137-B742-9AA5-3D91E37D4B93}" type="pres">
      <dgm:prSet presAssocID="{3D74A90A-C633-4D76-BB4B-DB99040ACFE5}" presName="vert0" presStyleCnt="0">
        <dgm:presLayoutVars>
          <dgm:dir/>
          <dgm:animOne val="branch"/>
          <dgm:animLvl val="lvl"/>
        </dgm:presLayoutVars>
      </dgm:prSet>
      <dgm:spPr/>
    </dgm:pt>
    <dgm:pt modelId="{8C4FA9CF-1A0D-8D41-8DBB-1D56B4E7C49B}" type="pres">
      <dgm:prSet presAssocID="{191ED42E-CA76-45E9-8390-38FFA806B39E}" presName="thickLine" presStyleLbl="alignNode1" presStyleIdx="0" presStyleCnt="8"/>
      <dgm:spPr/>
    </dgm:pt>
    <dgm:pt modelId="{92E5D458-F5A1-9C4A-A04F-B8CE53597DA1}" type="pres">
      <dgm:prSet presAssocID="{191ED42E-CA76-45E9-8390-38FFA806B39E}" presName="horz1" presStyleCnt="0"/>
      <dgm:spPr/>
    </dgm:pt>
    <dgm:pt modelId="{6F466B8F-7301-FA40-8ECB-DBDBCF7386C9}" type="pres">
      <dgm:prSet presAssocID="{191ED42E-CA76-45E9-8390-38FFA806B39E}" presName="tx1" presStyleLbl="revTx" presStyleIdx="0" presStyleCnt="8"/>
      <dgm:spPr/>
    </dgm:pt>
    <dgm:pt modelId="{6B1D6D1A-A63E-5947-B5A5-994D6BAF5F0A}" type="pres">
      <dgm:prSet presAssocID="{191ED42E-CA76-45E9-8390-38FFA806B39E}" presName="vert1" presStyleCnt="0"/>
      <dgm:spPr/>
    </dgm:pt>
    <dgm:pt modelId="{6DB7B6CA-AAFF-6F44-AD17-1FD484EC2412}" type="pres">
      <dgm:prSet presAssocID="{564B42BD-9593-4B9B-8220-5721CF1B2FB1}" presName="thickLine" presStyleLbl="alignNode1" presStyleIdx="1" presStyleCnt="8"/>
      <dgm:spPr/>
    </dgm:pt>
    <dgm:pt modelId="{E13289AD-7A03-5349-A740-0D41F325DFF6}" type="pres">
      <dgm:prSet presAssocID="{564B42BD-9593-4B9B-8220-5721CF1B2FB1}" presName="horz1" presStyleCnt="0"/>
      <dgm:spPr/>
    </dgm:pt>
    <dgm:pt modelId="{0959B70A-010A-614F-B603-22212AF3C589}" type="pres">
      <dgm:prSet presAssocID="{564B42BD-9593-4B9B-8220-5721CF1B2FB1}" presName="tx1" presStyleLbl="revTx" presStyleIdx="1" presStyleCnt="8"/>
      <dgm:spPr/>
    </dgm:pt>
    <dgm:pt modelId="{4053F961-BCE2-F94F-B3BC-D0515A73B25B}" type="pres">
      <dgm:prSet presAssocID="{564B42BD-9593-4B9B-8220-5721CF1B2FB1}" presName="vert1" presStyleCnt="0"/>
      <dgm:spPr/>
    </dgm:pt>
    <dgm:pt modelId="{73BB3308-1172-BD4C-880A-8FD0B45CE7E0}" type="pres">
      <dgm:prSet presAssocID="{5745A8F8-38F0-44EF-A9DD-B36518EB6BFA}" presName="thickLine" presStyleLbl="alignNode1" presStyleIdx="2" presStyleCnt="8"/>
      <dgm:spPr/>
    </dgm:pt>
    <dgm:pt modelId="{9EF10B8F-B031-7245-B4F9-D186FF0CF3EA}" type="pres">
      <dgm:prSet presAssocID="{5745A8F8-38F0-44EF-A9DD-B36518EB6BFA}" presName="horz1" presStyleCnt="0"/>
      <dgm:spPr/>
    </dgm:pt>
    <dgm:pt modelId="{129ED81B-A6EA-8147-9EB9-BBD7AB9FBF61}" type="pres">
      <dgm:prSet presAssocID="{5745A8F8-38F0-44EF-A9DD-B36518EB6BFA}" presName="tx1" presStyleLbl="revTx" presStyleIdx="2" presStyleCnt="8"/>
      <dgm:spPr/>
    </dgm:pt>
    <dgm:pt modelId="{E213DE4A-E3FA-D24A-97C7-94BE7DE37E4B}" type="pres">
      <dgm:prSet presAssocID="{5745A8F8-38F0-44EF-A9DD-B36518EB6BFA}" presName="vert1" presStyleCnt="0"/>
      <dgm:spPr/>
    </dgm:pt>
    <dgm:pt modelId="{11B27915-1BCC-AD41-ABF6-B7030C4543E6}" type="pres">
      <dgm:prSet presAssocID="{A50D4536-92A2-49E9-99B5-75B6A7103C5D}" presName="thickLine" presStyleLbl="alignNode1" presStyleIdx="3" presStyleCnt="8"/>
      <dgm:spPr/>
    </dgm:pt>
    <dgm:pt modelId="{26F50C6E-6F0F-FD45-885E-704F3FD4EEB7}" type="pres">
      <dgm:prSet presAssocID="{A50D4536-92A2-49E9-99B5-75B6A7103C5D}" presName="horz1" presStyleCnt="0"/>
      <dgm:spPr/>
    </dgm:pt>
    <dgm:pt modelId="{18437005-DC3C-E34A-BCD7-6AED54ACA1D3}" type="pres">
      <dgm:prSet presAssocID="{A50D4536-92A2-49E9-99B5-75B6A7103C5D}" presName="tx1" presStyleLbl="revTx" presStyleIdx="3" presStyleCnt="8"/>
      <dgm:spPr/>
    </dgm:pt>
    <dgm:pt modelId="{665D54FE-F145-034C-B8D4-37772B130DAB}" type="pres">
      <dgm:prSet presAssocID="{A50D4536-92A2-49E9-99B5-75B6A7103C5D}" presName="vert1" presStyleCnt="0"/>
      <dgm:spPr/>
    </dgm:pt>
    <dgm:pt modelId="{D0B9E4F7-E42D-054A-98DF-BC67C8891329}" type="pres">
      <dgm:prSet presAssocID="{AFD43849-963B-46AC-A661-06B0A919C66F}" presName="thickLine" presStyleLbl="alignNode1" presStyleIdx="4" presStyleCnt="8"/>
      <dgm:spPr/>
    </dgm:pt>
    <dgm:pt modelId="{1D7BEBCB-8138-AC4C-BCF3-6BBA57F7D723}" type="pres">
      <dgm:prSet presAssocID="{AFD43849-963B-46AC-A661-06B0A919C66F}" presName="horz1" presStyleCnt="0"/>
      <dgm:spPr/>
    </dgm:pt>
    <dgm:pt modelId="{CC56548C-B53F-9248-9716-84DE75334F78}" type="pres">
      <dgm:prSet presAssocID="{AFD43849-963B-46AC-A661-06B0A919C66F}" presName="tx1" presStyleLbl="revTx" presStyleIdx="4" presStyleCnt="8"/>
      <dgm:spPr/>
    </dgm:pt>
    <dgm:pt modelId="{B6DEC8B6-0BA1-234C-8F4B-407E6A522F24}" type="pres">
      <dgm:prSet presAssocID="{AFD43849-963B-46AC-A661-06B0A919C66F}" presName="vert1" presStyleCnt="0"/>
      <dgm:spPr/>
    </dgm:pt>
    <dgm:pt modelId="{0E9034EA-413A-2545-8CD4-880C10378531}" type="pres">
      <dgm:prSet presAssocID="{08454A5D-53D5-490B-BB07-ED777E9E2C60}" presName="thickLine" presStyleLbl="alignNode1" presStyleIdx="5" presStyleCnt="8"/>
      <dgm:spPr/>
    </dgm:pt>
    <dgm:pt modelId="{DD31448A-AC60-3E41-965A-E8D0F7024C23}" type="pres">
      <dgm:prSet presAssocID="{08454A5D-53D5-490B-BB07-ED777E9E2C60}" presName="horz1" presStyleCnt="0"/>
      <dgm:spPr/>
    </dgm:pt>
    <dgm:pt modelId="{FFE888FC-9334-5C42-9909-EC845AF05428}" type="pres">
      <dgm:prSet presAssocID="{08454A5D-53D5-490B-BB07-ED777E9E2C60}" presName="tx1" presStyleLbl="revTx" presStyleIdx="5" presStyleCnt="8"/>
      <dgm:spPr/>
    </dgm:pt>
    <dgm:pt modelId="{697C6B88-2712-1047-AEFF-8639E16D251C}" type="pres">
      <dgm:prSet presAssocID="{08454A5D-53D5-490B-BB07-ED777E9E2C60}" presName="vert1" presStyleCnt="0"/>
      <dgm:spPr/>
    </dgm:pt>
    <dgm:pt modelId="{9F0EBD68-CF3D-7D49-BC8C-77610199B925}" type="pres">
      <dgm:prSet presAssocID="{2723E4FF-8563-4F9C-BACB-58D3189D52D9}" presName="thickLine" presStyleLbl="alignNode1" presStyleIdx="6" presStyleCnt="8"/>
      <dgm:spPr/>
    </dgm:pt>
    <dgm:pt modelId="{88A1BB0C-43C3-6748-B22F-668585494C64}" type="pres">
      <dgm:prSet presAssocID="{2723E4FF-8563-4F9C-BACB-58D3189D52D9}" presName="horz1" presStyleCnt="0"/>
      <dgm:spPr/>
    </dgm:pt>
    <dgm:pt modelId="{C627E3A7-A0A5-B546-BE29-99C81B935EE1}" type="pres">
      <dgm:prSet presAssocID="{2723E4FF-8563-4F9C-BACB-58D3189D52D9}" presName="tx1" presStyleLbl="revTx" presStyleIdx="6" presStyleCnt="8"/>
      <dgm:spPr/>
    </dgm:pt>
    <dgm:pt modelId="{49D925BB-E820-D841-9A09-F1E2E5067D70}" type="pres">
      <dgm:prSet presAssocID="{2723E4FF-8563-4F9C-BACB-58D3189D52D9}" presName="vert1" presStyleCnt="0"/>
      <dgm:spPr/>
    </dgm:pt>
    <dgm:pt modelId="{44ABA935-A1AD-FA48-B2BB-1F9F6C4F76C3}" type="pres">
      <dgm:prSet presAssocID="{B5697AB8-D249-48D0-8FE0-F1CEDBD39689}" presName="thickLine" presStyleLbl="alignNode1" presStyleIdx="7" presStyleCnt="8"/>
      <dgm:spPr/>
    </dgm:pt>
    <dgm:pt modelId="{6401B1B5-5902-5648-A2A6-3B2E7A0565B1}" type="pres">
      <dgm:prSet presAssocID="{B5697AB8-D249-48D0-8FE0-F1CEDBD39689}" presName="horz1" presStyleCnt="0"/>
      <dgm:spPr/>
    </dgm:pt>
    <dgm:pt modelId="{B59A964B-86FA-F94B-9E5C-469F908A7BB9}" type="pres">
      <dgm:prSet presAssocID="{B5697AB8-D249-48D0-8FE0-F1CEDBD39689}" presName="tx1" presStyleLbl="revTx" presStyleIdx="7" presStyleCnt="8"/>
      <dgm:spPr/>
    </dgm:pt>
    <dgm:pt modelId="{F672D0DE-04E5-564B-B156-2B48B77421FC}" type="pres">
      <dgm:prSet presAssocID="{B5697AB8-D249-48D0-8FE0-F1CEDBD39689}" presName="vert1" presStyleCnt="0"/>
      <dgm:spPr/>
    </dgm:pt>
  </dgm:ptLst>
  <dgm:cxnLst>
    <dgm:cxn modelId="{8774AC24-EE9B-BD4B-BE18-4D2244A42247}" type="presOf" srcId="{3D74A90A-C633-4D76-BB4B-DB99040ACFE5}" destId="{4882297E-3137-B742-9AA5-3D91E37D4B93}" srcOrd="0" destOrd="0" presId="urn:microsoft.com/office/officeart/2008/layout/LinedList"/>
    <dgm:cxn modelId="{D1209028-5FFF-4652-8806-98358FDD860B}" srcId="{3D74A90A-C633-4D76-BB4B-DB99040ACFE5}" destId="{AFD43849-963B-46AC-A661-06B0A919C66F}" srcOrd="4" destOrd="0" parTransId="{A5433E41-9B58-4931-97ED-514E60BDECD8}" sibTransId="{2C89E60B-4ADD-4950-8780-11C9F80F190F}"/>
    <dgm:cxn modelId="{05B85037-5C74-430A-8A70-EE0E8661D453}" srcId="{3D74A90A-C633-4D76-BB4B-DB99040ACFE5}" destId="{2723E4FF-8563-4F9C-BACB-58D3189D52D9}" srcOrd="6" destOrd="0" parTransId="{3ECB94F1-559F-4D37-97FA-35DE5CE14FFE}" sibTransId="{0683EB0E-1050-4044-B977-5DEDDAAD5FB0}"/>
    <dgm:cxn modelId="{55201C39-2C46-1342-AB9C-4CA2125FF953}" type="presOf" srcId="{191ED42E-CA76-45E9-8390-38FFA806B39E}" destId="{6F466B8F-7301-FA40-8ECB-DBDBCF7386C9}" srcOrd="0" destOrd="0" presId="urn:microsoft.com/office/officeart/2008/layout/LinedList"/>
    <dgm:cxn modelId="{11607C4E-9511-DA4A-A7E8-5AB6A8B2ED7C}" type="presOf" srcId="{A50D4536-92A2-49E9-99B5-75B6A7103C5D}" destId="{18437005-DC3C-E34A-BCD7-6AED54ACA1D3}" srcOrd="0" destOrd="0" presId="urn:microsoft.com/office/officeart/2008/layout/LinedList"/>
    <dgm:cxn modelId="{A26B5C66-8244-FA40-9751-BCD4C18C6A31}" type="presOf" srcId="{08454A5D-53D5-490B-BB07-ED777E9E2C60}" destId="{FFE888FC-9334-5C42-9909-EC845AF05428}" srcOrd="0" destOrd="0" presId="urn:microsoft.com/office/officeart/2008/layout/LinedList"/>
    <dgm:cxn modelId="{402FF676-116E-444C-B8C9-E86C5132A28B}" srcId="{3D74A90A-C633-4D76-BB4B-DB99040ACFE5}" destId="{564B42BD-9593-4B9B-8220-5721CF1B2FB1}" srcOrd="1" destOrd="0" parTransId="{FCF0CE7A-55C0-4EA5-A1E6-2A57DD642F07}" sibTransId="{75F48868-1455-4307-9DC4-DF428E6903BD}"/>
    <dgm:cxn modelId="{1FA0627B-CD36-3348-86A3-B1821B5F58D8}" type="presOf" srcId="{564B42BD-9593-4B9B-8220-5721CF1B2FB1}" destId="{0959B70A-010A-614F-B603-22212AF3C589}" srcOrd="0" destOrd="0" presId="urn:microsoft.com/office/officeart/2008/layout/LinedList"/>
    <dgm:cxn modelId="{1603C386-FCF4-4681-A8B8-42C459578856}" srcId="{3D74A90A-C633-4D76-BB4B-DB99040ACFE5}" destId="{5745A8F8-38F0-44EF-A9DD-B36518EB6BFA}" srcOrd="2" destOrd="0" parTransId="{261C00AC-D612-41FE-8041-7472DAFC6EEC}" sibTransId="{79EA305B-2846-468E-91BD-386FC501CB34}"/>
    <dgm:cxn modelId="{B636419F-7BF4-5B4C-ACE3-7F9ED2297ED7}" type="presOf" srcId="{B5697AB8-D249-48D0-8FE0-F1CEDBD39689}" destId="{B59A964B-86FA-F94B-9E5C-469F908A7BB9}" srcOrd="0" destOrd="0" presId="urn:microsoft.com/office/officeart/2008/layout/LinedList"/>
    <dgm:cxn modelId="{051A19B0-E391-4697-81F2-69A2EC6E9449}" srcId="{3D74A90A-C633-4D76-BB4B-DB99040ACFE5}" destId="{191ED42E-CA76-45E9-8390-38FFA806B39E}" srcOrd="0" destOrd="0" parTransId="{F467CDBA-A769-49E1-8CA6-06381FC2814B}" sibTransId="{0FBF4F6E-2A93-42F3-A231-3A17B668FD98}"/>
    <dgm:cxn modelId="{05A958C1-933B-5449-BAF3-9CDE821F3203}" type="presOf" srcId="{2723E4FF-8563-4F9C-BACB-58D3189D52D9}" destId="{C627E3A7-A0A5-B546-BE29-99C81B935EE1}" srcOrd="0" destOrd="0" presId="urn:microsoft.com/office/officeart/2008/layout/LinedList"/>
    <dgm:cxn modelId="{29EEDDD0-C376-407C-8BF3-FD009629E905}" srcId="{3D74A90A-C633-4D76-BB4B-DB99040ACFE5}" destId="{B5697AB8-D249-48D0-8FE0-F1CEDBD39689}" srcOrd="7" destOrd="0" parTransId="{BF2E978F-8665-423B-8763-20D4C458E73E}" sibTransId="{A9219E4D-1A62-4855-958F-955784ADF7A9}"/>
    <dgm:cxn modelId="{0E49A2D1-302F-4542-9A83-46EFAA72833B}" srcId="{3D74A90A-C633-4D76-BB4B-DB99040ACFE5}" destId="{08454A5D-53D5-490B-BB07-ED777E9E2C60}" srcOrd="5" destOrd="0" parTransId="{78362EA0-2CFB-4B04-A1B6-AFC9489F5DC6}" sibTransId="{A47039B6-D2C2-42CF-B358-C4AF5C459CF3}"/>
    <dgm:cxn modelId="{73D57CD3-51D3-41DA-90D2-5A7889CBB145}" srcId="{3D74A90A-C633-4D76-BB4B-DB99040ACFE5}" destId="{A50D4536-92A2-49E9-99B5-75B6A7103C5D}" srcOrd="3" destOrd="0" parTransId="{9CD46926-856F-4E37-A947-76152B12220A}" sibTransId="{06271E79-CBF4-4203-8521-EC180D2A27EF}"/>
    <dgm:cxn modelId="{89315EE9-568D-EB44-878A-F3B4C3D985C2}" type="presOf" srcId="{5745A8F8-38F0-44EF-A9DD-B36518EB6BFA}" destId="{129ED81B-A6EA-8147-9EB9-BBD7AB9FBF61}" srcOrd="0" destOrd="0" presId="urn:microsoft.com/office/officeart/2008/layout/LinedList"/>
    <dgm:cxn modelId="{6C3821F4-06A5-DC41-8C1A-3DB54DC8C691}" type="presOf" srcId="{AFD43849-963B-46AC-A661-06B0A919C66F}" destId="{CC56548C-B53F-9248-9716-84DE75334F78}" srcOrd="0" destOrd="0" presId="urn:microsoft.com/office/officeart/2008/layout/LinedList"/>
    <dgm:cxn modelId="{A54A0FAC-9CE1-FC42-9E1E-E86675885325}" type="presParOf" srcId="{4882297E-3137-B742-9AA5-3D91E37D4B93}" destId="{8C4FA9CF-1A0D-8D41-8DBB-1D56B4E7C49B}" srcOrd="0" destOrd="0" presId="urn:microsoft.com/office/officeart/2008/layout/LinedList"/>
    <dgm:cxn modelId="{5345F66E-5271-3747-97B5-E4978CB49D3F}" type="presParOf" srcId="{4882297E-3137-B742-9AA5-3D91E37D4B93}" destId="{92E5D458-F5A1-9C4A-A04F-B8CE53597DA1}" srcOrd="1" destOrd="0" presId="urn:microsoft.com/office/officeart/2008/layout/LinedList"/>
    <dgm:cxn modelId="{F054ED34-981A-F046-BA70-CCFE07F977DD}" type="presParOf" srcId="{92E5D458-F5A1-9C4A-A04F-B8CE53597DA1}" destId="{6F466B8F-7301-FA40-8ECB-DBDBCF7386C9}" srcOrd="0" destOrd="0" presId="urn:microsoft.com/office/officeart/2008/layout/LinedList"/>
    <dgm:cxn modelId="{369783E7-21C1-9E42-95D9-B9C0CF1C96D5}" type="presParOf" srcId="{92E5D458-F5A1-9C4A-A04F-B8CE53597DA1}" destId="{6B1D6D1A-A63E-5947-B5A5-994D6BAF5F0A}" srcOrd="1" destOrd="0" presId="urn:microsoft.com/office/officeart/2008/layout/LinedList"/>
    <dgm:cxn modelId="{484086B8-F85F-6848-8304-E0CAED9D64E9}" type="presParOf" srcId="{4882297E-3137-B742-9AA5-3D91E37D4B93}" destId="{6DB7B6CA-AAFF-6F44-AD17-1FD484EC2412}" srcOrd="2" destOrd="0" presId="urn:microsoft.com/office/officeart/2008/layout/LinedList"/>
    <dgm:cxn modelId="{8525FCDB-65F4-7249-9F57-8FB2A62A4A2E}" type="presParOf" srcId="{4882297E-3137-B742-9AA5-3D91E37D4B93}" destId="{E13289AD-7A03-5349-A740-0D41F325DFF6}" srcOrd="3" destOrd="0" presId="urn:microsoft.com/office/officeart/2008/layout/LinedList"/>
    <dgm:cxn modelId="{D46B481C-FBCA-E140-AC5A-254B82F9C2B3}" type="presParOf" srcId="{E13289AD-7A03-5349-A740-0D41F325DFF6}" destId="{0959B70A-010A-614F-B603-22212AF3C589}" srcOrd="0" destOrd="0" presId="urn:microsoft.com/office/officeart/2008/layout/LinedList"/>
    <dgm:cxn modelId="{C5B5C5D7-8CD4-3547-A8D5-A83C2B675F47}" type="presParOf" srcId="{E13289AD-7A03-5349-A740-0D41F325DFF6}" destId="{4053F961-BCE2-F94F-B3BC-D0515A73B25B}" srcOrd="1" destOrd="0" presId="urn:microsoft.com/office/officeart/2008/layout/LinedList"/>
    <dgm:cxn modelId="{85502F28-3D03-2F45-9B4F-1887FABD7C1F}" type="presParOf" srcId="{4882297E-3137-B742-9AA5-3D91E37D4B93}" destId="{73BB3308-1172-BD4C-880A-8FD0B45CE7E0}" srcOrd="4" destOrd="0" presId="urn:microsoft.com/office/officeart/2008/layout/LinedList"/>
    <dgm:cxn modelId="{8988FA55-2DEB-0B45-988F-3F5007EF889B}" type="presParOf" srcId="{4882297E-3137-B742-9AA5-3D91E37D4B93}" destId="{9EF10B8F-B031-7245-B4F9-D186FF0CF3EA}" srcOrd="5" destOrd="0" presId="urn:microsoft.com/office/officeart/2008/layout/LinedList"/>
    <dgm:cxn modelId="{EA822284-F3EB-0544-A439-8294DF0C62D0}" type="presParOf" srcId="{9EF10B8F-B031-7245-B4F9-D186FF0CF3EA}" destId="{129ED81B-A6EA-8147-9EB9-BBD7AB9FBF61}" srcOrd="0" destOrd="0" presId="urn:microsoft.com/office/officeart/2008/layout/LinedList"/>
    <dgm:cxn modelId="{2DC949F4-DF03-CF45-859D-4DFA4B16B001}" type="presParOf" srcId="{9EF10B8F-B031-7245-B4F9-D186FF0CF3EA}" destId="{E213DE4A-E3FA-D24A-97C7-94BE7DE37E4B}" srcOrd="1" destOrd="0" presId="urn:microsoft.com/office/officeart/2008/layout/LinedList"/>
    <dgm:cxn modelId="{97898AAC-5E90-3340-BCEC-445BB1732F20}" type="presParOf" srcId="{4882297E-3137-B742-9AA5-3D91E37D4B93}" destId="{11B27915-1BCC-AD41-ABF6-B7030C4543E6}" srcOrd="6" destOrd="0" presId="urn:microsoft.com/office/officeart/2008/layout/LinedList"/>
    <dgm:cxn modelId="{4F3FC6C8-3B6F-834C-BFD0-31AF54CEAD9D}" type="presParOf" srcId="{4882297E-3137-B742-9AA5-3D91E37D4B93}" destId="{26F50C6E-6F0F-FD45-885E-704F3FD4EEB7}" srcOrd="7" destOrd="0" presId="urn:microsoft.com/office/officeart/2008/layout/LinedList"/>
    <dgm:cxn modelId="{83B15695-D0CB-534C-BC2A-34D2F0D68D4A}" type="presParOf" srcId="{26F50C6E-6F0F-FD45-885E-704F3FD4EEB7}" destId="{18437005-DC3C-E34A-BCD7-6AED54ACA1D3}" srcOrd="0" destOrd="0" presId="urn:microsoft.com/office/officeart/2008/layout/LinedList"/>
    <dgm:cxn modelId="{7FF40135-AB7E-5A49-B232-0447A8854B2E}" type="presParOf" srcId="{26F50C6E-6F0F-FD45-885E-704F3FD4EEB7}" destId="{665D54FE-F145-034C-B8D4-37772B130DAB}" srcOrd="1" destOrd="0" presId="urn:microsoft.com/office/officeart/2008/layout/LinedList"/>
    <dgm:cxn modelId="{354B0F17-FFBC-EF49-91B6-119B065D6683}" type="presParOf" srcId="{4882297E-3137-B742-9AA5-3D91E37D4B93}" destId="{D0B9E4F7-E42D-054A-98DF-BC67C8891329}" srcOrd="8" destOrd="0" presId="urn:microsoft.com/office/officeart/2008/layout/LinedList"/>
    <dgm:cxn modelId="{41750B1F-5B53-9B45-A3E9-BE4099D41B14}" type="presParOf" srcId="{4882297E-3137-B742-9AA5-3D91E37D4B93}" destId="{1D7BEBCB-8138-AC4C-BCF3-6BBA57F7D723}" srcOrd="9" destOrd="0" presId="urn:microsoft.com/office/officeart/2008/layout/LinedList"/>
    <dgm:cxn modelId="{9B9890E7-56AC-AD40-B36F-A4728F094551}" type="presParOf" srcId="{1D7BEBCB-8138-AC4C-BCF3-6BBA57F7D723}" destId="{CC56548C-B53F-9248-9716-84DE75334F78}" srcOrd="0" destOrd="0" presId="urn:microsoft.com/office/officeart/2008/layout/LinedList"/>
    <dgm:cxn modelId="{6DADBB75-A345-394A-AC98-E2E651E8C725}" type="presParOf" srcId="{1D7BEBCB-8138-AC4C-BCF3-6BBA57F7D723}" destId="{B6DEC8B6-0BA1-234C-8F4B-407E6A522F24}" srcOrd="1" destOrd="0" presId="urn:microsoft.com/office/officeart/2008/layout/LinedList"/>
    <dgm:cxn modelId="{001C6DCC-1BEB-DC46-A406-443AE0DC4730}" type="presParOf" srcId="{4882297E-3137-B742-9AA5-3D91E37D4B93}" destId="{0E9034EA-413A-2545-8CD4-880C10378531}" srcOrd="10" destOrd="0" presId="urn:microsoft.com/office/officeart/2008/layout/LinedList"/>
    <dgm:cxn modelId="{CAFFC301-E351-DD47-9E3A-F31F5739F41B}" type="presParOf" srcId="{4882297E-3137-B742-9AA5-3D91E37D4B93}" destId="{DD31448A-AC60-3E41-965A-E8D0F7024C23}" srcOrd="11" destOrd="0" presId="urn:microsoft.com/office/officeart/2008/layout/LinedList"/>
    <dgm:cxn modelId="{0160C9E3-08D2-E84A-B1D7-75DE9F9978AB}" type="presParOf" srcId="{DD31448A-AC60-3E41-965A-E8D0F7024C23}" destId="{FFE888FC-9334-5C42-9909-EC845AF05428}" srcOrd="0" destOrd="0" presId="urn:microsoft.com/office/officeart/2008/layout/LinedList"/>
    <dgm:cxn modelId="{DE00713B-2985-6B4B-9CA0-C7F3DF8D0C6C}" type="presParOf" srcId="{DD31448A-AC60-3E41-965A-E8D0F7024C23}" destId="{697C6B88-2712-1047-AEFF-8639E16D251C}" srcOrd="1" destOrd="0" presId="urn:microsoft.com/office/officeart/2008/layout/LinedList"/>
    <dgm:cxn modelId="{F22B9189-0277-EE46-99C3-54457C75F9F0}" type="presParOf" srcId="{4882297E-3137-B742-9AA5-3D91E37D4B93}" destId="{9F0EBD68-CF3D-7D49-BC8C-77610199B925}" srcOrd="12" destOrd="0" presId="urn:microsoft.com/office/officeart/2008/layout/LinedList"/>
    <dgm:cxn modelId="{89B88002-20C1-1440-B913-2B8D988E29C7}" type="presParOf" srcId="{4882297E-3137-B742-9AA5-3D91E37D4B93}" destId="{88A1BB0C-43C3-6748-B22F-668585494C64}" srcOrd="13" destOrd="0" presId="urn:microsoft.com/office/officeart/2008/layout/LinedList"/>
    <dgm:cxn modelId="{E9836F53-6677-6C43-825F-5644A8FCF18E}" type="presParOf" srcId="{88A1BB0C-43C3-6748-B22F-668585494C64}" destId="{C627E3A7-A0A5-B546-BE29-99C81B935EE1}" srcOrd="0" destOrd="0" presId="urn:microsoft.com/office/officeart/2008/layout/LinedList"/>
    <dgm:cxn modelId="{8A596E88-C5B2-E449-BD8C-CEA8EBE8D3FF}" type="presParOf" srcId="{88A1BB0C-43C3-6748-B22F-668585494C64}" destId="{49D925BB-E820-D841-9A09-F1E2E5067D70}" srcOrd="1" destOrd="0" presId="urn:microsoft.com/office/officeart/2008/layout/LinedList"/>
    <dgm:cxn modelId="{482572A4-2AA9-BB44-A5D4-FCED888FCDA2}" type="presParOf" srcId="{4882297E-3137-B742-9AA5-3D91E37D4B93}" destId="{44ABA935-A1AD-FA48-B2BB-1F9F6C4F76C3}" srcOrd="14" destOrd="0" presId="urn:microsoft.com/office/officeart/2008/layout/LinedList"/>
    <dgm:cxn modelId="{B8C50D9C-69CA-2B41-B379-48C8DE626653}" type="presParOf" srcId="{4882297E-3137-B742-9AA5-3D91E37D4B93}" destId="{6401B1B5-5902-5648-A2A6-3B2E7A0565B1}" srcOrd="15" destOrd="0" presId="urn:microsoft.com/office/officeart/2008/layout/LinedList"/>
    <dgm:cxn modelId="{312D95A9-B5C5-9B41-910B-BDBDB12D2987}" type="presParOf" srcId="{6401B1B5-5902-5648-A2A6-3B2E7A0565B1}" destId="{B59A964B-86FA-F94B-9E5C-469F908A7BB9}" srcOrd="0" destOrd="0" presId="urn:microsoft.com/office/officeart/2008/layout/LinedList"/>
    <dgm:cxn modelId="{BF2DAAE1-2752-4940-ACC2-E583C6EB1A3C}" type="presParOf" srcId="{6401B1B5-5902-5648-A2A6-3B2E7A0565B1}" destId="{F672D0DE-04E5-564B-B156-2B48B77421F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E5819C-3A3A-3C4D-94D8-BD0A80CEDD64}">
      <dsp:nvSpPr>
        <dsp:cNvPr id="0" name=""/>
        <dsp:cNvSpPr/>
      </dsp:nvSpPr>
      <dsp:spPr>
        <a:xfrm>
          <a:off x="0" y="270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F7A36-B6A3-664A-B341-9B4DDF5C404D}">
      <dsp:nvSpPr>
        <dsp:cNvPr id="0" name=""/>
        <dsp:cNvSpPr/>
      </dsp:nvSpPr>
      <dsp:spPr>
        <a:xfrm>
          <a:off x="0" y="2700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Project Definition</a:t>
          </a:r>
          <a:endParaRPr lang="en-US" sz="4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700"/>
        <a:ext cx="6291714" cy="920888"/>
      </dsp:txXfrm>
    </dsp:sp>
    <dsp:sp modelId="{A3F013A7-5A31-8943-B13F-71594EC22E35}">
      <dsp:nvSpPr>
        <dsp:cNvPr id="0" name=""/>
        <dsp:cNvSpPr/>
      </dsp:nvSpPr>
      <dsp:spPr>
        <a:xfrm>
          <a:off x="0" y="923589"/>
          <a:ext cx="6291714" cy="0"/>
        </a:xfrm>
        <a:prstGeom prst="line">
          <a:avLst/>
        </a:prstGeom>
        <a:solidFill>
          <a:schemeClr val="accent2">
            <a:hueOff val="1288722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2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A9623-8634-5347-A7B1-14B2BCEBE894}">
      <dsp:nvSpPr>
        <dsp:cNvPr id="0" name=""/>
        <dsp:cNvSpPr/>
      </dsp:nvSpPr>
      <dsp:spPr>
        <a:xfrm>
          <a:off x="0" y="923589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Data Definition</a:t>
          </a:r>
          <a:endParaRPr lang="en-US" sz="4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923589"/>
        <a:ext cx="6291714" cy="920888"/>
      </dsp:txXfrm>
    </dsp:sp>
    <dsp:sp modelId="{6CCBD26D-C81A-234C-BA09-FD436AF5AD38}">
      <dsp:nvSpPr>
        <dsp:cNvPr id="0" name=""/>
        <dsp:cNvSpPr/>
      </dsp:nvSpPr>
      <dsp:spPr>
        <a:xfrm>
          <a:off x="0" y="1844478"/>
          <a:ext cx="6291714" cy="0"/>
        </a:xfrm>
        <a:prstGeom prst="lin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B32CD-BBE2-0E4D-A8E4-03579D2391B8}">
      <dsp:nvSpPr>
        <dsp:cNvPr id="0" name=""/>
        <dsp:cNvSpPr/>
      </dsp:nvSpPr>
      <dsp:spPr>
        <a:xfrm>
          <a:off x="0" y="1844478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Data Sources</a:t>
          </a:r>
          <a:endParaRPr lang="en-US" sz="4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844478"/>
        <a:ext cx="6291714" cy="920888"/>
      </dsp:txXfrm>
    </dsp:sp>
    <dsp:sp modelId="{C7B969A7-A3B9-1744-AB8E-6B621FDD8AA2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2">
            <a:hueOff val="3866168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8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BB9EC-5173-9942-B9ED-818E2E89724E}">
      <dsp:nvSpPr>
        <dsp:cNvPr id="0" name=""/>
        <dsp:cNvSpPr/>
      </dsp:nvSpPr>
      <dsp:spPr>
        <a:xfrm>
          <a:off x="0" y="2765367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Data Collection</a:t>
          </a:r>
          <a:endParaRPr lang="en-US" sz="4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765367"/>
        <a:ext cx="6291714" cy="920888"/>
      </dsp:txXfrm>
    </dsp:sp>
    <dsp:sp modelId="{0863928E-040C-594E-B18B-EC96DBF404E9}">
      <dsp:nvSpPr>
        <dsp:cNvPr id="0" name=""/>
        <dsp:cNvSpPr/>
      </dsp:nvSpPr>
      <dsp:spPr>
        <a:xfrm>
          <a:off x="0" y="3686256"/>
          <a:ext cx="6291714" cy="0"/>
        </a:xfrm>
        <a:prstGeom prst="line">
          <a:avLst/>
        </a:prstGeom>
        <a:solidFill>
          <a:schemeClr val="accent2">
            <a:hueOff val="5154890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0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9DAA17-25C6-804A-A2F7-0F975FA046EE}">
      <dsp:nvSpPr>
        <dsp:cNvPr id="0" name=""/>
        <dsp:cNvSpPr/>
      </dsp:nvSpPr>
      <dsp:spPr>
        <a:xfrm>
          <a:off x="0" y="3686256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Data Description</a:t>
          </a:r>
          <a:endParaRPr lang="en-US" sz="4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686256"/>
        <a:ext cx="6291714" cy="920888"/>
      </dsp:txXfrm>
    </dsp:sp>
    <dsp:sp modelId="{C0CBBD55-52C0-8F45-AE27-56792BB0EF68}">
      <dsp:nvSpPr>
        <dsp:cNvPr id="0" name=""/>
        <dsp:cNvSpPr/>
      </dsp:nvSpPr>
      <dsp:spPr>
        <a:xfrm>
          <a:off x="0" y="4607145"/>
          <a:ext cx="6291714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94F76-60EB-594F-9A2C-3C386D530CE1}">
      <dsp:nvSpPr>
        <dsp:cNvPr id="0" name=""/>
        <dsp:cNvSpPr/>
      </dsp:nvSpPr>
      <dsp:spPr>
        <a:xfrm>
          <a:off x="0" y="4607145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Data Attributes</a:t>
          </a:r>
          <a:endParaRPr lang="en-US" sz="4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4607145"/>
        <a:ext cx="6291714" cy="9208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CCA18-6B74-B84D-ADFC-D370BF7E3AB4}">
      <dsp:nvSpPr>
        <dsp:cNvPr id="0" name=""/>
        <dsp:cNvSpPr/>
      </dsp:nvSpPr>
      <dsp:spPr>
        <a:xfrm>
          <a:off x="0" y="210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1C86B-22D4-D84F-8050-4C78D9F70287}">
      <dsp:nvSpPr>
        <dsp:cNvPr id="0" name=""/>
        <dsp:cNvSpPr/>
      </dsp:nvSpPr>
      <dsp:spPr>
        <a:xfrm>
          <a:off x="0" y="2100"/>
          <a:ext cx="6291714" cy="1369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libri" panose="020F0502020204030204" pitchFamily="34" charset="0"/>
              <a:cs typeface="Calibri" panose="020F0502020204030204" pitchFamily="34" charset="0"/>
            </a:rPr>
            <a:t>Project Objective: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2100"/>
        <a:ext cx="6291714" cy="1369180"/>
      </dsp:txXfrm>
    </dsp:sp>
    <dsp:sp modelId="{83D88A69-4BEB-424A-AE97-AC456EE5E185}">
      <dsp:nvSpPr>
        <dsp:cNvPr id="0" name=""/>
        <dsp:cNvSpPr/>
      </dsp:nvSpPr>
      <dsp:spPr>
        <a:xfrm>
          <a:off x="0" y="614050"/>
          <a:ext cx="629171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EF0A27-8572-594B-86C1-F001FDE0888A}">
      <dsp:nvSpPr>
        <dsp:cNvPr id="0" name=""/>
        <dsp:cNvSpPr/>
      </dsp:nvSpPr>
      <dsp:spPr>
        <a:xfrm>
          <a:off x="3331" y="699766"/>
          <a:ext cx="6285569" cy="1418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libri" panose="020F0502020204030204" pitchFamily="34" charset="0"/>
              <a:cs typeface="Calibri" panose="020F0502020204030204" pitchFamily="34" charset="0"/>
            </a:rPr>
            <a:t>To </a:t>
          </a:r>
          <a:r>
            <a:rPr lang="en-IN" sz="2400" kern="1200" dirty="0" err="1">
              <a:latin typeface="Calibri" panose="020F0502020204030204" pitchFamily="34" charset="0"/>
              <a:cs typeface="Calibri" panose="020F0502020204030204" pitchFamily="34" charset="0"/>
            </a:rPr>
            <a:t>analyze</a:t>
          </a:r>
          <a:r>
            <a:rPr lang="en-IN" sz="2400" kern="1200" dirty="0">
              <a:latin typeface="Calibri" panose="020F0502020204030204" pitchFamily="34" charset="0"/>
              <a:cs typeface="Calibri" panose="020F0502020204030204" pitchFamily="34" charset="0"/>
            </a:rPr>
            <a:t> lung cancer incidence and mortality across U.S. counties and identify demographic, </a:t>
          </a:r>
          <a:r>
            <a:rPr lang="en-IN" sz="2400" kern="1200" dirty="0" err="1">
              <a:latin typeface="Calibri" panose="020F0502020204030204" pitchFamily="34" charset="0"/>
              <a:cs typeface="Calibri" panose="020F0502020204030204" pitchFamily="34" charset="0"/>
            </a:rPr>
            <a:t>behavioral</a:t>
          </a:r>
          <a:r>
            <a:rPr lang="en-IN" sz="2400" kern="1200" dirty="0">
              <a:latin typeface="Calibri" panose="020F0502020204030204" pitchFamily="34" charset="0"/>
              <a:cs typeface="Calibri" panose="020F0502020204030204" pitchFamily="34" charset="0"/>
            </a:rPr>
            <a:t>, and screening-related factors associated with lung cancer burden.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331" y="699766"/>
        <a:ext cx="6285569" cy="1418991"/>
      </dsp:txXfrm>
    </dsp:sp>
    <dsp:sp modelId="{2C56CBA3-D8CC-B844-BFA5-A9CC48587C8A}">
      <dsp:nvSpPr>
        <dsp:cNvPr id="0" name=""/>
        <dsp:cNvSpPr/>
      </dsp:nvSpPr>
      <dsp:spPr>
        <a:xfrm>
          <a:off x="0" y="2790272"/>
          <a:ext cx="629171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03AE25-1AB2-6E40-B760-7B24DB0AF2BD}">
      <dsp:nvSpPr>
        <dsp:cNvPr id="0" name=""/>
        <dsp:cNvSpPr/>
      </dsp:nvSpPr>
      <dsp:spPr>
        <a:xfrm>
          <a:off x="0" y="2790272"/>
          <a:ext cx="6291714" cy="1369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libri" panose="020F0502020204030204" pitchFamily="34" charset="0"/>
              <a:cs typeface="Calibri" panose="020F0502020204030204" pitchFamily="34" charset="0"/>
            </a:rPr>
            <a:t>Problem Statement: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2790272"/>
        <a:ext cx="6291714" cy="1369180"/>
      </dsp:txXfrm>
    </dsp:sp>
    <dsp:sp modelId="{7D4811BE-A0D3-194A-AED4-EEC5D43EED2B}">
      <dsp:nvSpPr>
        <dsp:cNvPr id="0" name=""/>
        <dsp:cNvSpPr/>
      </dsp:nvSpPr>
      <dsp:spPr>
        <a:xfrm>
          <a:off x="0" y="3516513"/>
          <a:ext cx="629171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77C06-F3E7-3D47-9846-F275F3DD4B59}">
      <dsp:nvSpPr>
        <dsp:cNvPr id="0" name=""/>
        <dsp:cNvSpPr/>
      </dsp:nvSpPr>
      <dsp:spPr>
        <a:xfrm>
          <a:off x="0" y="3573663"/>
          <a:ext cx="6291714" cy="1369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libri" panose="020F0502020204030204" pitchFamily="34" charset="0"/>
              <a:cs typeface="Calibri" panose="020F0502020204030204" pitchFamily="34" charset="0"/>
            </a:rPr>
            <a:t>Lung cancer remains a leading cause of cancer-related deaths in the United States. Understanding population-level patterns can support improved screening, prevention, and public health planning.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3573663"/>
        <a:ext cx="6291714" cy="13691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A99CC4-678A-ED42-8959-E1B3BB3B921B}">
      <dsp:nvSpPr>
        <dsp:cNvPr id="0" name=""/>
        <dsp:cNvSpPr/>
      </dsp:nvSpPr>
      <dsp:spPr>
        <a:xfrm>
          <a:off x="0" y="45099"/>
          <a:ext cx="10515600" cy="4867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Calibri" panose="020F0502020204030204" pitchFamily="34" charset="0"/>
              <a:cs typeface="Calibri" panose="020F0502020204030204" pitchFamily="34" charset="0"/>
            </a:rPr>
            <a:t>Type of Data:</a:t>
          </a:r>
          <a:endParaRPr lang="en-US" sz="200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3760" y="68859"/>
        <a:ext cx="10468080" cy="439200"/>
      </dsp:txXfrm>
    </dsp:sp>
    <dsp:sp modelId="{138436C7-581D-2047-ACD7-325388988EED}">
      <dsp:nvSpPr>
        <dsp:cNvPr id="0" name=""/>
        <dsp:cNvSpPr/>
      </dsp:nvSpPr>
      <dsp:spPr>
        <a:xfrm>
          <a:off x="0" y="531819"/>
          <a:ext cx="10515600" cy="1022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Calibri" panose="020F0502020204030204" pitchFamily="34" charset="0"/>
              <a:cs typeface="Calibri" panose="020F0502020204030204" pitchFamily="34" charset="0"/>
            </a:rPr>
            <a:t>Population-level, aggregated data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Calibri" panose="020F0502020204030204" pitchFamily="34" charset="0"/>
              <a:cs typeface="Calibri" panose="020F0502020204030204" pitchFamily="34" charset="0"/>
            </a:rPr>
            <a:t>County-level (U.S.)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>
              <a:latin typeface="Calibri" panose="020F0502020204030204" pitchFamily="34" charset="0"/>
              <a:cs typeface="Calibri" panose="020F0502020204030204" pitchFamily="34" charset="0"/>
            </a:rPr>
            <a:t>Publicly available government datasets</a:t>
          </a:r>
        </a:p>
      </dsp:txBody>
      <dsp:txXfrm>
        <a:off x="0" y="531819"/>
        <a:ext cx="10515600" cy="1022580"/>
      </dsp:txXfrm>
    </dsp:sp>
    <dsp:sp modelId="{D63CD536-3637-324A-BD84-03ABD9D5C4DC}">
      <dsp:nvSpPr>
        <dsp:cNvPr id="0" name=""/>
        <dsp:cNvSpPr/>
      </dsp:nvSpPr>
      <dsp:spPr>
        <a:xfrm>
          <a:off x="0" y="1667373"/>
          <a:ext cx="10515600" cy="48672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" panose="020F0502020204030204" pitchFamily="34" charset="0"/>
              <a:cs typeface="Calibri" panose="020F0502020204030204" pitchFamily="34" charset="0"/>
            </a:rPr>
            <a:t>Data Format:</a:t>
          </a:r>
          <a:endParaRPr lang="en-US" sz="2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3760" y="1691133"/>
        <a:ext cx="10468080" cy="439200"/>
      </dsp:txXfrm>
    </dsp:sp>
    <dsp:sp modelId="{4DFFD83F-20E0-9040-81A9-46696E97D681}">
      <dsp:nvSpPr>
        <dsp:cNvPr id="0" name=""/>
        <dsp:cNvSpPr/>
      </dsp:nvSpPr>
      <dsp:spPr>
        <a:xfrm>
          <a:off x="0" y="2132461"/>
          <a:ext cx="10515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Calibri" panose="020F0502020204030204" pitchFamily="34" charset="0"/>
              <a:cs typeface="Calibri" panose="020F0502020204030204" pitchFamily="34" charset="0"/>
            </a:rPr>
            <a:t>CSV (.csv) files</a:t>
          </a:r>
        </a:p>
      </dsp:txBody>
      <dsp:txXfrm>
        <a:off x="0" y="2132461"/>
        <a:ext cx="10515600" cy="430560"/>
      </dsp:txXfrm>
    </dsp:sp>
    <dsp:sp modelId="{B432E54B-203C-8740-A33E-B9A14403A72E}">
      <dsp:nvSpPr>
        <dsp:cNvPr id="0" name=""/>
        <dsp:cNvSpPr/>
      </dsp:nvSpPr>
      <dsp:spPr>
        <a:xfrm>
          <a:off x="0" y="2471679"/>
          <a:ext cx="10515600" cy="486720"/>
        </a:xfrm>
        <a:prstGeom prst="round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Calibri" panose="020F0502020204030204" pitchFamily="34" charset="0"/>
              <a:cs typeface="Calibri" panose="020F0502020204030204" pitchFamily="34" charset="0"/>
            </a:rPr>
            <a:t>Time Coverage:</a:t>
          </a:r>
          <a:endParaRPr lang="en-US" sz="200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3760" y="2495439"/>
        <a:ext cx="10468080" cy="439200"/>
      </dsp:txXfrm>
    </dsp:sp>
    <dsp:sp modelId="{CC180E3B-1C0B-C44B-BE1D-C61270B6DB40}">
      <dsp:nvSpPr>
        <dsp:cNvPr id="0" name=""/>
        <dsp:cNvSpPr/>
      </dsp:nvSpPr>
      <dsp:spPr>
        <a:xfrm>
          <a:off x="0" y="2958399"/>
          <a:ext cx="10515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>
              <a:latin typeface="Calibri" panose="020F0502020204030204" pitchFamily="34" charset="0"/>
              <a:cs typeface="Calibri" panose="020F0502020204030204" pitchFamily="34" charset="0"/>
            </a:rPr>
            <a:t>Multiple recent years (depending on dataset)</a:t>
          </a:r>
        </a:p>
      </dsp:txBody>
      <dsp:txXfrm>
        <a:off x="0" y="2958399"/>
        <a:ext cx="10515600" cy="430560"/>
      </dsp:txXfrm>
    </dsp:sp>
    <dsp:sp modelId="{2605C80C-F9C8-164B-947A-905FEEDA349F}">
      <dsp:nvSpPr>
        <dsp:cNvPr id="0" name=""/>
        <dsp:cNvSpPr/>
      </dsp:nvSpPr>
      <dsp:spPr>
        <a:xfrm>
          <a:off x="0" y="3388959"/>
          <a:ext cx="10515600" cy="48672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Calibri" panose="020F0502020204030204" pitchFamily="34" charset="0"/>
              <a:cs typeface="Calibri" panose="020F0502020204030204" pitchFamily="34" charset="0"/>
            </a:rPr>
            <a:t>Data Source:</a:t>
          </a:r>
          <a:endParaRPr lang="en-US" sz="200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3760" y="3412719"/>
        <a:ext cx="10468080" cy="439200"/>
      </dsp:txXfrm>
    </dsp:sp>
    <dsp:sp modelId="{37937CB9-CD16-B54B-8B24-B12934CCE347}">
      <dsp:nvSpPr>
        <dsp:cNvPr id="0" name=""/>
        <dsp:cNvSpPr/>
      </dsp:nvSpPr>
      <dsp:spPr>
        <a:xfrm>
          <a:off x="0" y="3875679"/>
          <a:ext cx="10515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>
              <a:latin typeface="Calibri" panose="020F0502020204030204" pitchFamily="34" charset="0"/>
              <a:cs typeface="Calibri" panose="020F0502020204030204" pitchFamily="34" charset="0"/>
            </a:rPr>
            <a:t>NIH; National Cancer Institute</a:t>
          </a:r>
        </a:p>
      </dsp:txBody>
      <dsp:txXfrm>
        <a:off x="0" y="3875679"/>
        <a:ext cx="10515600" cy="4305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151561-5E37-4FC2-A610-EA6E1259A51D}">
      <dsp:nvSpPr>
        <dsp:cNvPr id="0" name=""/>
        <dsp:cNvSpPr/>
      </dsp:nvSpPr>
      <dsp:spPr>
        <a:xfrm>
          <a:off x="0" y="2556"/>
          <a:ext cx="6245265" cy="129578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3621FA-A29A-479C-BFBA-AC2FA9BC0863}">
      <dsp:nvSpPr>
        <dsp:cNvPr id="0" name=""/>
        <dsp:cNvSpPr/>
      </dsp:nvSpPr>
      <dsp:spPr>
        <a:xfrm>
          <a:off x="391974" y="294107"/>
          <a:ext cx="712680" cy="7126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518A6-744F-45D1-AFBD-C70CFB24D40E}">
      <dsp:nvSpPr>
        <dsp:cNvPr id="0" name=""/>
        <dsp:cNvSpPr/>
      </dsp:nvSpPr>
      <dsp:spPr>
        <a:xfrm>
          <a:off x="1496629" y="2556"/>
          <a:ext cx="4748635" cy="1295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37" tIns="137137" rIns="137137" bIns="13713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Data were collected from official U.S. cancer surveillance systems.</a:t>
          </a:r>
          <a:endParaRPr lang="en-US" sz="2200" kern="1200"/>
        </a:p>
      </dsp:txBody>
      <dsp:txXfrm>
        <a:off x="1496629" y="2556"/>
        <a:ext cx="4748635" cy="1295783"/>
      </dsp:txXfrm>
    </dsp:sp>
    <dsp:sp modelId="{0F6633A4-B82D-4823-B13D-EBB070A6720F}">
      <dsp:nvSpPr>
        <dsp:cNvPr id="0" name=""/>
        <dsp:cNvSpPr/>
      </dsp:nvSpPr>
      <dsp:spPr>
        <a:xfrm>
          <a:off x="0" y="1622285"/>
          <a:ext cx="6245265" cy="129578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97072F-E486-4976-BE79-D63062036795}">
      <dsp:nvSpPr>
        <dsp:cNvPr id="0" name=""/>
        <dsp:cNvSpPr/>
      </dsp:nvSpPr>
      <dsp:spPr>
        <a:xfrm>
          <a:off x="391974" y="1913837"/>
          <a:ext cx="712680" cy="7126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007C67-AD82-4BC6-AADD-ADAFAE90CD23}">
      <dsp:nvSpPr>
        <dsp:cNvPr id="0" name=""/>
        <dsp:cNvSpPr/>
      </dsp:nvSpPr>
      <dsp:spPr>
        <a:xfrm>
          <a:off x="1496629" y="1622285"/>
          <a:ext cx="4748635" cy="1295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37" tIns="137137" rIns="137137" bIns="13713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County-level datasets were downloaded directly from public data portals.</a:t>
          </a:r>
          <a:endParaRPr lang="en-US" sz="2200" kern="1200"/>
        </a:p>
      </dsp:txBody>
      <dsp:txXfrm>
        <a:off x="1496629" y="1622285"/>
        <a:ext cx="4748635" cy="1295783"/>
      </dsp:txXfrm>
    </dsp:sp>
    <dsp:sp modelId="{FFC8C59B-97A7-4123-8AB8-8836FE22924E}">
      <dsp:nvSpPr>
        <dsp:cNvPr id="0" name=""/>
        <dsp:cNvSpPr/>
      </dsp:nvSpPr>
      <dsp:spPr>
        <a:xfrm>
          <a:off x="0" y="3242014"/>
          <a:ext cx="6245265" cy="129578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152EA4-F5F2-4337-B6C3-D1F42579EF85}">
      <dsp:nvSpPr>
        <dsp:cNvPr id="0" name=""/>
        <dsp:cNvSpPr/>
      </dsp:nvSpPr>
      <dsp:spPr>
        <a:xfrm>
          <a:off x="391974" y="3533566"/>
          <a:ext cx="712680" cy="7126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3FD0B-396F-4E56-9650-A2EC16ED85A5}">
      <dsp:nvSpPr>
        <dsp:cNvPr id="0" name=""/>
        <dsp:cNvSpPr/>
      </dsp:nvSpPr>
      <dsp:spPr>
        <a:xfrm>
          <a:off x="1496629" y="3242014"/>
          <a:ext cx="4748635" cy="1295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37" tIns="137137" rIns="137137" bIns="13713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Data files were obtained in </a:t>
          </a:r>
          <a:r>
            <a:rPr lang="en-IN" sz="2200" b="1" kern="1200"/>
            <a:t>CSV format</a:t>
          </a:r>
          <a:r>
            <a:rPr lang="en-IN" sz="2200" kern="1200"/>
            <a:t> for reproducibility.</a:t>
          </a:r>
          <a:endParaRPr lang="en-US" sz="2200" kern="1200"/>
        </a:p>
      </dsp:txBody>
      <dsp:txXfrm>
        <a:off x="1496629" y="3242014"/>
        <a:ext cx="4748635" cy="1295783"/>
      </dsp:txXfrm>
    </dsp:sp>
    <dsp:sp modelId="{1E3C4598-EB0F-482C-9B24-0137979858F4}">
      <dsp:nvSpPr>
        <dsp:cNvPr id="0" name=""/>
        <dsp:cNvSpPr/>
      </dsp:nvSpPr>
      <dsp:spPr>
        <a:xfrm>
          <a:off x="0" y="4861744"/>
          <a:ext cx="6245265" cy="129578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0C13ED-5692-4225-AA00-0E006DAE1900}">
      <dsp:nvSpPr>
        <dsp:cNvPr id="0" name=""/>
        <dsp:cNvSpPr/>
      </dsp:nvSpPr>
      <dsp:spPr>
        <a:xfrm>
          <a:off x="391974" y="5153295"/>
          <a:ext cx="712680" cy="7126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0C8418-A896-4135-9A9E-7066CBB3086E}">
      <dsp:nvSpPr>
        <dsp:cNvPr id="0" name=""/>
        <dsp:cNvSpPr/>
      </dsp:nvSpPr>
      <dsp:spPr>
        <a:xfrm>
          <a:off x="1496629" y="4861744"/>
          <a:ext cx="4748635" cy="1295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37" tIns="137137" rIns="137137" bIns="13713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No personal identifiers are included, ensuring ethical data use.</a:t>
          </a:r>
          <a:endParaRPr lang="en-US" sz="2200" kern="1200"/>
        </a:p>
      </dsp:txBody>
      <dsp:txXfrm>
        <a:off x="1496629" y="4861744"/>
        <a:ext cx="4748635" cy="12957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088E6-39CE-47B7-8F7F-D96678AB0363}">
      <dsp:nvSpPr>
        <dsp:cNvPr id="0" name=""/>
        <dsp:cNvSpPr/>
      </dsp:nvSpPr>
      <dsp:spPr>
        <a:xfrm>
          <a:off x="0" y="3400"/>
          <a:ext cx="105156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70B11E-0F2A-45E0-BA4B-8244F487FA2B}">
      <dsp:nvSpPr>
        <dsp:cNvPr id="0" name=""/>
        <dsp:cNvSpPr/>
      </dsp:nvSpPr>
      <dsp:spPr>
        <a:xfrm>
          <a:off x="219097" y="166365"/>
          <a:ext cx="398359" cy="398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24CB3A-4DA5-4EB3-929C-F65E7AD005CD}">
      <dsp:nvSpPr>
        <dsp:cNvPr id="0" name=""/>
        <dsp:cNvSpPr/>
      </dsp:nvSpPr>
      <dsp:spPr>
        <a:xfrm>
          <a:off x="836555" y="3400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Calibri" panose="020F0502020204030204" pitchFamily="34" charset="0"/>
              <a:cs typeface="Calibri" panose="020F0502020204030204" pitchFamily="34" charset="0"/>
            </a:rPr>
            <a:t>The datasets contain population-level lung cancer data collected from U.S. cancer surveillance systems.</a:t>
          </a:r>
          <a:endParaRPr lang="en-US" sz="2000" b="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36555" y="3400"/>
        <a:ext cx="9679044" cy="724290"/>
      </dsp:txXfrm>
    </dsp:sp>
    <dsp:sp modelId="{C10D7AA4-173D-4C88-A4B1-865C7D577E59}">
      <dsp:nvSpPr>
        <dsp:cNvPr id="0" name=""/>
        <dsp:cNvSpPr/>
      </dsp:nvSpPr>
      <dsp:spPr>
        <a:xfrm>
          <a:off x="0" y="908763"/>
          <a:ext cx="105156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3D699B-1B05-42D2-B500-11456AAF8C48}">
      <dsp:nvSpPr>
        <dsp:cNvPr id="0" name=""/>
        <dsp:cNvSpPr/>
      </dsp:nvSpPr>
      <dsp:spPr>
        <a:xfrm>
          <a:off x="219097" y="1071728"/>
          <a:ext cx="398359" cy="398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B6CEC2-D76F-446C-B40E-E2C06EF38229}">
      <dsp:nvSpPr>
        <dsp:cNvPr id="0" name=""/>
        <dsp:cNvSpPr/>
      </dsp:nvSpPr>
      <dsp:spPr>
        <a:xfrm>
          <a:off x="836555" y="908763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Calibri" panose="020F0502020204030204" pitchFamily="34" charset="0"/>
              <a:cs typeface="Calibri" panose="020F0502020204030204" pitchFamily="34" charset="0"/>
            </a:rPr>
            <a:t>Data is aggregated at the county level across the United States.</a:t>
          </a:r>
          <a:endParaRPr lang="en-US" sz="2000" b="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36555" y="908763"/>
        <a:ext cx="9679044" cy="724290"/>
      </dsp:txXfrm>
    </dsp:sp>
    <dsp:sp modelId="{1076D687-A62A-4488-AB94-B058A8F913CD}">
      <dsp:nvSpPr>
        <dsp:cNvPr id="0" name=""/>
        <dsp:cNvSpPr/>
      </dsp:nvSpPr>
      <dsp:spPr>
        <a:xfrm>
          <a:off x="0" y="1814126"/>
          <a:ext cx="105156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CCBDBF-69F9-4375-AC24-AEC931E098E1}">
      <dsp:nvSpPr>
        <dsp:cNvPr id="0" name=""/>
        <dsp:cNvSpPr/>
      </dsp:nvSpPr>
      <dsp:spPr>
        <a:xfrm>
          <a:off x="219097" y="1977092"/>
          <a:ext cx="398359" cy="398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FA19A7-8B4F-4146-A81F-A5C8C6EB3341}">
      <dsp:nvSpPr>
        <dsp:cNvPr id="0" name=""/>
        <dsp:cNvSpPr/>
      </dsp:nvSpPr>
      <dsp:spPr>
        <a:xfrm>
          <a:off x="836555" y="1814126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>
              <a:latin typeface="Calibri" panose="020F0502020204030204" pitchFamily="34" charset="0"/>
              <a:cs typeface="Calibri" panose="020F0502020204030204" pitchFamily="34" charset="0"/>
            </a:rPr>
            <a:t>Each dataset is structured in CSV (.csv) format.</a:t>
          </a:r>
          <a:endParaRPr lang="en-US" sz="2000" b="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36555" y="1814126"/>
        <a:ext cx="9679044" cy="724290"/>
      </dsp:txXfrm>
    </dsp:sp>
    <dsp:sp modelId="{4D6E8D74-9DA2-4946-AB80-1214A8AC1ACD}">
      <dsp:nvSpPr>
        <dsp:cNvPr id="0" name=""/>
        <dsp:cNvSpPr/>
      </dsp:nvSpPr>
      <dsp:spPr>
        <a:xfrm>
          <a:off x="0" y="2719489"/>
          <a:ext cx="105156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9888A8-640A-4966-81F8-9225F170A45D}">
      <dsp:nvSpPr>
        <dsp:cNvPr id="0" name=""/>
        <dsp:cNvSpPr/>
      </dsp:nvSpPr>
      <dsp:spPr>
        <a:xfrm>
          <a:off x="219097" y="2882455"/>
          <a:ext cx="398359" cy="3983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EE34A1-ED58-4AB4-A18D-FDD1249F404A}">
      <dsp:nvSpPr>
        <dsp:cNvPr id="0" name=""/>
        <dsp:cNvSpPr/>
      </dsp:nvSpPr>
      <dsp:spPr>
        <a:xfrm>
          <a:off x="836555" y="2719489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>
              <a:latin typeface="Calibri" panose="020F0502020204030204" pitchFamily="34" charset="0"/>
              <a:cs typeface="Calibri" panose="020F0502020204030204" pitchFamily="34" charset="0"/>
            </a:rPr>
            <a:t>The data includes information on lung cancer incidence, mortality, and associated risk indicators.</a:t>
          </a:r>
          <a:endParaRPr lang="en-US" sz="2000" b="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36555" y="2719489"/>
        <a:ext cx="9679044" cy="724290"/>
      </dsp:txXfrm>
    </dsp:sp>
    <dsp:sp modelId="{15227276-4BA0-4907-85A9-70330430232A}">
      <dsp:nvSpPr>
        <dsp:cNvPr id="0" name=""/>
        <dsp:cNvSpPr/>
      </dsp:nvSpPr>
      <dsp:spPr>
        <a:xfrm>
          <a:off x="0" y="3624853"/>
          <a:ext cx="105156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BE488D-5486-4F84-895C-5BA7992466C3}">
      <dsp:nvSpPr>
        <dsp:cNvPr id="0" name=""/>
        <dsp:cNvSpPr/>
      </dsp:nvSpPr>
      <dsp:spPr>
        <a:xfrm>
          <a:off x="219097" y="3787818"/>
          <a:ext cx="398359" cy="3983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5AA16-A952-4AD2-AE57-2056C6332CF2}">
      <dsp:nvSpPr>
        <dsp:cNvPr id="0" name=""/>
        <dsp:cNvSpPr/>
      </dsp:nvSpPr>
      <dsp:spPr>
        <a:xfrm>
          <a:off x="836555" y="3624853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>
              <a:latin typeface="Calibri" panose="020F0502020204030204" pitchFamily="34" charset="0"/>
              <a:cs typeface="Calibri" panose="020F0502020204030204" pitchFamily="34" charset="0"/>
            </a:rPr>
            <a:t>These datasets are suitable for exploratory analysis, statistical modeling, and machine learning.</a:t>
          </a:r>
          <a:endParaRPr lang="en-US" sz="2000" b="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36555" y="3624853"/>
        <a:ext cx="9679044" cy="7242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48982B-DB26-D94D-A4E6-E0281C8C6D2F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74893-E42F-A04C-ACF1-E56416385D49}">
      <dsp:nvSpPr>
        <dsp:cNvPr id="0" name=""/>
        <dsp:cNvSpPr/>
      </dsp:nvSpPr>
      <dsp:spPr>
        <a:xfrm>
          <a:off x="0" y="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Unit of Observation: </a:t>
          </a:r>
          <a:r>
            <a:rPr lang="en-US" sz="2500" b="0" i="0" kern="1200" baseline="0" dirty="0"/>
            <a:t>Each row represents a </a:t>
          </a:r>
          <a:r>
            <a:rPr lang="en-US" sz="2500" b="1" i="0" kern="1200" baseline="0" dirty="0"/>
            <a:t>county–year combination</a:t>
          </a:r>
          <a:r>
            <a:rPr lang="en-US" sz="2500" b="0" i="0" kern="1200" baseline="0" dirty="0"/>
            <a:t>.</a:t>
          </a:r>
          <a:endParaRPr lang="en-US" sz="2500" kern="1200" dirty="0"/>
        </a:p>
      </dsp:txBody>
      <dsp:txXfrm>
        <a:off x="0" y="0"/>
        <a:ext cx="10515600" cy="543917"/>
      </dsp:txXfrm>
    </dsp:sp>
    <dsp:sp modelId="{806C8349-DA03-3545-97D2-F0D91CA7D095}">
      <dsp:nvSpPr>
        <dsp:cNvPr id="0" name=""/>
        <dsp:cNvSpPr/>
      </dsp:nvSpPr>
      <dsp:spPr>
        <a:xfrm>
          <a:off x="0" y="543917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5F128-7756-5546-A2B0-3688301C7098}">
      <dsp:nvSpPr>
        <dsp:cNvPr id="0" name=""/>
        <dsp:cNvSpPr/>
      </dsp:nvSpPr>
      <dsp:spPr>
        <a:xfrm>
          <a:off x="0" y="543917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0" y="543917"/>
        <a:ext cx="10515600" cy="543917"/>
      </dsp:txXfrm>
    </dsp:sp>
    <dsp:sp modelId="{D20BB33D-0824-0E41-993E-277EB8144258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57143-6241-D847-9256-4AC3303F2818}">
      <dsp:nvSpPr>
        <dsp:cNvPr id="0" name=""/>
        <dsp:cNvSpPr/>
      </dsp:nvSpPr>
      <dsp:spPr>
        <a:xfrm>
          <a:off x="0" y="1087834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Geographic Coverage: </a:t>
          </a:r>
          <a:r>
            <a:rPr lang="en-US" sz="2500" b="0" i="0" kern="1200" baseline="0" dirty="0"/>
            <a:t>United States (county-level data).</a:t>
          </a:r>
          <a:endParaRPr lang="en-US" sz="2500" kern="1200" dirty="0"/>
        </a:p>
      </dsp:txBody>
      <dsp:txXfrm>
        <a:off x="0" y="1087834"/>
        <a:ext cx="10515600" cy="543917"/>
      </dsp:txXfrm>
    </dsp:sp>
    <dsp:sp modelId="{3DD2AFA0-AD2C-1B42-95F5-979A951A265A}">
      <dsp:nvSpPr>
        <dsp:cNvPr id="0" name=""/>
        <dsp:cNvSpPr/>
      </dsp:nvSpPr>
      <dsp:spPr>
        <a:xfrm>
          <a:off x="0" y="1631751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838AB-AFB0-FF48-8CED-8144F9262BC3}">
      <dsp:nvSpPr>
        <dsp:cNvPr id="0" name=""/>
        <dsp:cNvSpPr/>
      </dsp:nvSpPr>
      <dsp:spPr>
        <a:xfrm>
          <a:off x="0" y="1631751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0" y="1631751"/>
        <a:ext cx="10515600" cy="543917"/>
      </dsp:txXfrm>
    </dsp:sp>
    <dsp:sp modelId="{CD9E9F56-FFA3-6942-86DC-C406A4B041DD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CED1EC-E2EE-2F49-950B-F1F01FD0BC4A}">
      <dsp:nvSpPr>
        <dsp:cNvPr id="0" name=""/>
        <dsp:cNvSpPr/>
      </dsp:nvSpPr>
      <dsp:spPr>
        <a:xfrm>
          <a:off x="0" y="2175669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Time Coverage: </a:t>
          </a:r>
          <a:r>
            <a:rPr lang="en-US" sz="2500" b="0" i="0" kern="1200" baseline="0" dirty="0"/>
            <a:t>Multiple recent years (varies by dataset).</a:t>
          </a:r>
          <a:endParaRPr lang="en-US" sz="2500" kern="1200" dirty="0"/>
        </a:p>
      </dsp:txBody>
      <dsp:txXfrm>
        <a:off x="0" y="2175669"/>
        <a:ext cx="10515600" cy="543917"/>
      </dsp:txXfrm>
    </dsp:sp>
    <dsp:sp modelId="{13091B1E-D6A8-9846-977E-8D5CFC05A615}">
      <dsp:nvSpPr>
        <dsp:cNvPr id="0" name=""/>
        <dsp:cNvSpPr/>
      </dsp:nvSpPr>
      <dsp:spPr>
        <a:xfrm>
          <a:off x="0" y="2719586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9E0D15-A519-3B45-84F0-51C406380750}">
      <dsp:nvSpPr>
        <dsp:cNvPr id="0" name=""/>
        <dsp:cNvSpPr/>
      </dsp:nvSpPr>
      <dsp:spPr>
        <a:xfrm>
          <a:off x="0" y="2719586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0" y="2719586"/>
        <a:ext cx="10515600" cy="543917"/>
      </dsp:txXfrm>
    </dsp:sp>
    <dsp:sp modelId="{785DE470-0455-9343-B392-59AA8244B04B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276A7-BAD8-0D40-B61C-0F0ADADA19AB}">
      <dsp:nvSpPr>
        <dsp:cNvPr id="0" name=""/>
        <dsp:cNvSpPr/>
      </dsp:nvSpPr>
      <dsp:spPr>
        <a:xfrm>
          <a:off x="0" y="3263503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Population: </a:t>
          </a:r>
          <a:r>
            <a:rPr lang="en-US" sz="2500" b="0" i="0" kern="1200" baseline="0" dirty="0"/>
            <a:t>Adult population in the United States.</a:t>
          </a:r>
          <a:endParaRPr lang="en-US" sz="2500" kern="1200" dirty="0"/>
        </a:p>
      </dsp:txBody>
      <dsp:txXfrm>
        <a:off x="0" y="3263503"/>
        <a:ext cx="10515600" cy="543917"/>
      </dsp:txXfrm>
    </dsp:sp>
    <dsp:sp modelId="{FD0BF57D-5766-474E-9165-6FC2C129B5C1}">
      <dsp:nvSpPr>
        <dsp:cNvPr id="0" name=""/>
        <dsp:cNvSpPr/>
      </dsp:nvSpPr>
      <dsp:spPr>
        <a:xfrm>
          <a:off x="0" y="3807420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8F4D7E-C633-3A4D-9EEB-5BD30E1EA85E}">
      <dsp:nvSpPr>
        <dsp:cNvPr id="0" name=""/>
        <dsp:cNvSpPr/>
      </dsp:nvSpPr>
      <dsp:spPr>
        <a:xfrm>
          <a:off x="0" y="380742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0" y="3807420"/>
        <a:ext cx="10515600" cy="5439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4FA9CF-1A0D-8D41-8DBB-1D56B4E7C49B}">
      <dsp:nvSpPr>
        <dsp:cNvPr id="0" name=""/>
        <dsp:cNvSpPr/>
      </dsp:nvSpPr>
      <dsp:spPr>
        <a:xfrm>
          <a:off x="0" y="0"/>
          <a:ext cx="104007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466B8F-7301-FA40-8ECB-DBDBCF7386C9}">
      <dsp:nvSpPr>
        <dsp:cNvPr id="0" name=""/>
        <dsp:cNvSpPr/>
      </dsp:nvSpPr>
      <dsp:spPr>
        <a:xfrm>
          <a:off x="0" y="0"/>
          <a:ext cx="10400732" cy="533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>
              <a:latin typeface="Calibri" panose="020F0502020204030204" pitchFamily="34" charset="0"/>
              <a:cs typeface="Calibri" panose="020F0502020204030204" pitchFamily="34" charset="0"/>
            </a:rPr>
            <a:t>File format: </a:t>
          </a:r>
          <a:r>
            <a:rPr lang="en-US" sz="2400" b="1" i="0" kern="1200" baseline="0">
              <a:latin typeface="Calibri" panose="020F0502020204030204" pitchFamily="34" charset="0"/>
              <a:cs typeface="Calibri" panose="020F0502020204030204" pitchFamily="34" charset="0"/>
            </a:rPr>
            <a:t>CSV (.csv)</a:t>
          </a:r>
          <a:endParaRPr lang="en-US" sz="240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0"/>
        <a:ext cx="10400732" cy="533302"/>
      </dsp:txXfrm>
    </dsp:sp>
    <dsp:sp modelId="{6DB7B6CA-AAFF-6F44-AD17-1FD484EC2412}">
      <dsp:nvSpPr>
        <dsp:cNvPr id="0" name=""/>
        <dsp:cNvSpPr/>
      </dsp:nvSpPr>
      <dsp:spPr>
        <a:xfrm>
          <a:off x="0" y="533302"/>
          <a:ext cx="104007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59B70A-010A-614F-B603-22212AF3C589}">
      <dsp:nvSpPr>
        <dsp:cNvPr id="0" name=""/>
        <dsp:cNvSpPr/>
      </dsp:nvSpPr>
      <dsp:spPr>
        <a:xfrm>
          <a:off x="0" y="533302"/>
          <a:ext cx="10400732" cy="533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>
              <a:latin typeface="Calibri" panose="020F0502020204030204" pitchFamily="34" charset="0"/>
              <a:cs typeface="Calibri" panose="020F0502020204030204" pitchFamily="34" charset="0"/>
            </a:rPr>
            <a:t>Rows represent county-level observations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533302"/>
        <a:ext cx="10400732" cy="533302"/>
      </dsp:txXfrm>
    </dsp:sp>
    <dsp:sp modelId="{73BB3308-1172-BD4C-880A-8FD0B45CE7E0}">
      <dsp:nvSpPr>
        <dsp:cNvPr id="0" name=""/>
        <dsp:cNvSpPr/>
      </dsp:nvSpPr>
      <dsp:spPr>
        <a:xfrm>
          <a:off x="0" y="1066604"/>
          <a:ext cx="104007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ED81B-A6EA-8147-9EB9-BBD7AB9FBF61}">
      <dsp:nvSpPr>
        <dsp:cNvPr id="0" name=""/>
        <dsp:cNvSpPr/>
      </dsp:nvSpPr>
      <dsp:spPr>
        <a:xfrm>
          <a:off x="0" y="1066604"/>
          <a:ext cx="10400732" cy="533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>
              <a:latin typeface="Calibri" panose="020F0502020204030204" pitchFamily="34" charset="0"/>
              <a:cs typeface="Calibri" panose="020F0502020204030204" pitchFamily="34" charset="0"/>
            </a:rPr>
            <a:t>Columns represent lung cancer outcomes, geographic identifiers, and risk factors</a:t>
          </a:r>
          <a:endParaRPr lang="en-US" sz="240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1066604"/>
        <a:ext cx="10400732" cy="533302"/>
      </dsp:txXfrm>
    </dsp:sp>
    <dsp:sp modelId="{11B27915-1BCC-AD41-ABF6-B7030C4543E6}">
      <dsp:nvSpPr>
        <dsp:cNvPr id="0" name=""/>
        <dsp:cNvSpPr/>
      </dsp:nvSpPr>
      <dsp:spPr>
        <a:xfrm>
          <a:off x="0" y="1599905"/>
          <a:ext cx="104007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37005-DC3C-E34A-BCD7-6AED54ACA1D3}">
      <dsp:nvSpPr>
        <dsp:cNvPr id="0" name=""/>
        <dsp:cNvSpPr/>
      </dsp:nvSpPr>
      <dsp:spPr>
        <a:xfrm>
          <a:off x="0" y="1599906"/>
          <a:ext cx="10400732" cy="533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>
              <a:latin typeface="Calibri" panose="020F0502020204030204" pitchFamily="34" charset="0"/>
              <a:cs typeface="Calibri" panose="020F0502020204030204" pitchFamily="34" charset="0"/>
            </a:rPr>
            <a:t>Data can be analyzed using:</a:t>
          </a:r>
          <a:endParaRPr lang="en-US" sz="2400" b="1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1599906"/>
        <a:ext cx="10400732" cy="533302"/>
      </dsp:txXfrm>
    </dsp:sp>
    <dsp:sp modelId="{D0B9E4F7-E42D-054A-98DF-BC67C8891329}">
      <dsp:nvSpPr>
        <dsp:cNvPr id="0" name=""/>
        <dsp:cNvSpPr/>
      </dsp:nvSpPr>
      <dsp:spPr>
        <a:xfrm>
          <a:off x="0" y="2133208"/>
          <a:ext cx="104007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6548C-B53F-9248-9716-84DE75334F78}">
      <dsp:nvSpPr>
        <dsp:cNvPr id="0" name=""/>
        <dsp:cNvSpPr/>
      </dsp:nvSpPr>
      <dsp:spPr>
        <a:xfrm>
          <a:off x="0" y="2133208"/>
          <a:ext cx="10400732" cy="533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>
              <a:latin typeface="Calibri" panose="020F0502020204030204" pitchFamily="34" charset="0"/>
              <a:cs typeface="Calibri" panose="020F0502020204030204" pitchFamily="34" charset="0"/>
            </a:rPr>
            <a:t>Python (Pandas)</a:t>
          </a:r>
          <a:endParaRPr lang="en-US" sz="240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2133208"/>
        <a:ext cx="10400732" cy="533302"/>
      </dsp:txXfrm>
    </dsp:sp>
    <dsp:sp modelId="{0E9034EA-413A-2545-8CD4-880C10378531}">
      <dsp:nvSpPr>
        <dsp:cNvPr id="0" name=""/>
        <dsp:cNvSpPr/>
      </dsp:nvSpPr>
      <dsp:spPr>
        <a:xfrm>
          <a:off x="0" y="2666510"/>
          <a:ext cx="104007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E888FC-9334-5C42-9909-EC845AF05428}">
      <dsp:nvSpPr>
        <dsp:cNvPr id="0" name=""/>
        <dsp:cNvSpPr/>
      </dsp:nvSpPr>
      <dsp:spPr>
        <a:xfrm>
          <a:off x="0" y="2666510"/>
          <a:ext cx="10400732" cy="533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>
              <a:latin typeface="Calibri" panose="020F0502020204030204" pitchFamily="34" charset="0"/>
              <a:cs typeface="Calibri" panose="020F0502020204030204" pitchFamily="34" charset="0"/>
            </a:rPr>
            <a:t>R</a:t>
          </a:r>
          <a:endParaRPr lang="en-US" sz="240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2666510"/>
        <a:ext cx="10400732" cy="533302"/>
      </dsp:txXfrm>
    </dsp:sp>
    <dsp:sp modelId="{9F0EBD68-CF3D-7D49-BC8C-77610199B925}">
      <dsp:nvSpPr>
        <dsp:cNvPr id="0" name=""/>
        <dsp:cNvSpPr/>
      </dsp:nvSpPr>
      <dsp:spPr>
        <a:xfrm>
          <a:off x="0" y="3199811"/>
          <a:ext cx="104007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27E3A7-A0A5-B546-BE29-99C81B935EE1}">
      <dsp:nvSpPr>
        <dsp:cNvPr id="0" name=""/>
        <dsp:cNvSpPr/>
      </dsp:nvSpPr>
      <dsp:spPr>
        <a:xfrm>
          <a:off x="0" y="3199812"/>
          <a:ext cx="10400732" cy="533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>
              <a:latin typeface="Calibri" panose="020F0502020204030204" pitchFamily="34" charset="0"/>
              <a:cs typeface="Calibri" panose="020F0502020204030204" pitchFamily="34" charset="0"/>
            </a:rPr>
            <a:t>Excel</a:t>
          </a:r>
          <a:endParaRPr lang="en-US" sz="240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3199812"/>
        <a:ext cx="10400732" cy="533302"/>
      </dsp:txXfrm>
    </dsp:sp>
    <dsp:sp modelId="{44ABA935-A1AD-FA48-B2BB-1F9F6C4F76C3}">
      <dsp:nvSpPr>
        <dsp:cNvPr id="0" name=""/>
        <dsp:cNvSpPr/>
      </dsp:nvSpPr>
      <dsp:spPr>
        <a:xfrm>
          <a:off x="0" y="3733113"/>
          <a:ext cx="104007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A964B-86FA-F94B-9E5C-469F908A7BB9}">
      <dsp:nvSpPr>
        <dsp:cNvPr id="0" name=""/>
        <dsp:cNvSpPr/>
      </dsp:nvSpPr>
      <dsp:spPr>
        <a:xfrm>
          <a:off x="0" y="3733114"/>
          <a:ext cx="10400732" cy="533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>
              <a:latin typeface="Calibri" panose="020F0502020204030204" pitchFamily="34" charset="0"/>
              <a:cs typeface="Calibri" panose="020F0502020204030204" pitchFamily="34" charset="0"/>
            </a:rPr>
            <a:t>Statistical and machine learning tools</a:t>
          </a:r>
          <a:endParaRPr lang="en-US" sz="240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3733114"/>
        <a:ext cx="10400732" cy="53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A4B94-9373-26F2-348A-04115A5D5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6FA3D-CEA4-D5CE-AB2D-A92D2E284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E5A72-BD10-29AB-BBF0-5D711565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ED79-2043-4011-8465-230682C6BEB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13477-9743-E0B1-26E7-532629135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98427-A6E5-A2EB-990F-9D0E279F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3346-DEE8-4B60-92CE-56728A0E8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86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3F1C6-1992-F29A-6E1E-DCE1B68B9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F860A-E61A-842B-A8F2-04C026DDE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444FA-C484-D760-79C4-C5F64F992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ED79-2043-4011-8465-230682C6BEB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DBF41-6021-BAD9-4CD2-C48438E62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0558C-D714-0527-7EF0-A48ECFB1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3346-DEE8-4B60-92CE-56728A0E8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FAB82-F48C-2A10-A8B3-8EE4E313B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72065-0A01-BA84-40CA-E0AC42029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4DD6A-4CF3-9F5B-87EF-30730CF4E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ED79-2043-4011-8465-230682C6BEB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8543-4684-B00F-2132-6DF0387F3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E5B2B-A44C-D95A-E3F8-99521D67C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3346-DEE8-4B60-92CE-56728A0E8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55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D77BD-EC35-A3C2-1FF4-3514B93F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9CC84-D155-F946-C61B-F5E07A8AD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014F8-3339-B5C3-93A6-1E0F1A1E5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F98B6-9547-763F-9420-A6467B9C6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ED79-2043-4011-8465-230682C6BEB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2E4E1-F225-8136-3A8C-2E2DB540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46117-0BDC-ABAF-C9C5-7D09BA2E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3346-DEE8-4B60-92CE-56728A0E8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6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A7388-17A0-2463-DA62-D4CFA5A9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5FE38-590C-25F7-BBB6-87DA4B7C0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DB947E-AF77-94F3-31AC-90FC599D6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F3E61-5351-F28A-074F-889F62DC9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01A7F7-C7BE-9C0F-AB1F-A76565813D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E69674-674D-441E-7444-979444D09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ED79-2043-4011-8465-230682C6BEB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13874-399D-6C3E-FECE-063ACFC6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D84FE8-FF84-1979-2FC0-AD0FD2BC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3346-DEE8-4B60-92CE-56728A0E8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81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7FAC8-16AC-3581-5417-42E21E42E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0E6E5D-D679-98B7-8011-1DCF58CC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ED79-2043-4011-8465-230682C6BEB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7C360-900D-D784-96BF-E979E2A53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13E62-6538-09AD-0D24-A2BAD045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3346-DEE8-4B60-92CE-56728A0E8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47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2B40AD-448D-36ED-AE92-7ED2FA694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ED79-2043-4011-8465-230682C6BEB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60D5C-99C6-9E17-E282-7D6FA833A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015E3-69CD-9A8D-05DD-AC2312B7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3346-DEE8-4B60-92CE-56728A0E8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02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02410-BD20-5F40-4A89-8A548ADAC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EAC54-90CD-FCEE-36CF-39639F7D6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D3609-2C9A-5E8F-F533-C27135E7F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EDFFE-24D2-3449-1122-B84CB4250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ED79-2043-4011-8465-230682C6BEB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EB4F7-1560-1512-9936-AD4E37DEB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3BCF0-A9E6-9661-6C72-7C6F61F8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3346-DEE8-4B60-92CE-56728A0E8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91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C44F1-7302-F1FF-D196-3002AF96E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D40DC2-AEF0-DBD0-D274-EF5D4B786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2B0F4-770B-BFE6-749E-A19018A12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9DB09-22D4-E2ED-934F-D0C3657C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ED79-2043-4011-8465-230682C6BEB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D3710-BD73-D084-D133-F01611F2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8C840-4776-435E-FD63-F2C586FA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3346-DEE8-4B60-92CE-56728A0E8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8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6082E-D139-54A7-9C54-A09A4F5CA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4BD1A-36FE-3389-3048-230A9B486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11942-8E1B-B55A-5DCC-FB212300C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ED79-2043-4011-8465-230682C6BEB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2EE31-73EF-AB97-5330-283710980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539FE-8DEA-AC62-A601-4DC32394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3346-DEE8-4B60-92CE-56728A0E8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5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631E8E-8EE2-1D1B-B94F-587A7C3E9C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5A76D-05A8-917B-095A-F3D9A2F09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C61FC-20E1-E441-408F-5D04E7B8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ED79-2043-4011-8465-230682C6BEB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C1783-FBB7-4196-6864-6979BAF1F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46E02-C8EB-1E74-16D0-7A3DAA56E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3346-DEE8-4B60-92CE-56728A0E8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6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C56B73-8DD9-6917-661C-6187153C9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669DB-9DE8-23FC-57C7-E39A20CA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51EC0-79B9-DE57-CC48-B1E0A9356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5ED79-2043-4011-8465-230682C6BEB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EE6D8-F385-6C1B-1188-01EF9DC03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9BE83-C6E7-DD53-0D08-E2AF88EAB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F3346-DEE8-4B60-92CE-56728A0E8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9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yoclinic.org/diseases-conditions/lung-cancer/symptoms-causes/syc-20374620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pulmonary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ecancerprofiles.cancer.gov/deathrates/" TargetMode="External"/><Relationship Id="rId2" Type="http://schemas.openxmlformats.org/officeDocument/2006/relationships/hyperlink" Target="https://statecancerprofiles.cancer.gov/incidencerat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tecancerprofiles.cancer.gov/risk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A close-up of a lung cancer&#10;&#10;AI-generated content may be incorrect.">
            <a:extLst>
              <a:ext uri="{FF2B5EF4-FFF2-40B4-BE49-F238E27FC236}">
                <a16:creationId xmlns:a16="http://schemas.microsoft.com/office/drawing/2014/main" id="{75E26794-399C-ABEA-E0FD-DA2D1C671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01" r="1" b="1"/>
          <a:stretch>
            <a:fillRect/>
          </a:stretch>
        </p:blipFill>
        <p:spPr>
          <a:xfrm>
            <a:off x="2431566" y="10"/>
            <a:ext cx="9669642" cy="685799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C3D19E-ECC2-E306-3153-9DC8E7942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3693" y="672010"/>
            <a:ext cx="5629275" cy="4385766"/>
          </a:xfrm>
          <a:noFill/>
        </p:spPr>
        <p:txBody>
          <a:bodyPr>
            <a:normAutofit/>
          </a:bodyPr>
          <a:lstStyle/>
          <a:p>
            <a:r>
              <a:rPr lang="en-I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Lung Cancer Incidence, Mortality and Risk Factors in the </a:t>
            </a:r>
            <a:br>
              <a:rPr lang="en-I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</a:t>
            </a:r>
            <a:br>
              <a:rPr lang="en-IN" sz="3600" dirty="0"/>
            </a:br>
            <a:br>
              <a:rPr lang="en-US" sz="3600" dirty="0"/>
            </a:b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13F11-C3AE-72DB-2349-0F114F8A8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872" y="4529137"/>
            <a:ext cx="3973386" cy="1656853"/>
          </a:xfrm>
          <a:noFill/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3</a:t>
            </a:r>
          </a:p>
        </p:txBody>
      </p:sp>
    </p:spTree>
    <p:extLst>
      <p:ext uri="{BB962C8B-B14F-4D97-AF65-F5344CB8AC3E}">
        <p14:creationId xmlns:p14="http://schemas.microsoft.com/office/powerpoint/2010/main" val="413599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457FCD-91F7-DD59-E461-C3B323A65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6" y="1057275"/>
            <a:ext cx="8191499" cy="1535113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HDS 5230-05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 Computing and 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Artificial Intelligence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 : Prof . Bahareh Rahmani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: 03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0681C-1D6A-6FCF-BED6-7E5EC917C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452" y="2961946"/>
            <a:ext cx="5719763" cy="3896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: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Pala Jijol Onesimos – Resident Doctor (MD.FCCM.)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Shreya Shrestha – Public Health Practitioner 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Dhwani Mehta – Biotechnologist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Sahil Patel - Chemist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Sohil Chaudhary - Registered Nurse</a:t>
            </a:r>
          </a:p>
        </p:txBody>
      </p:sp>
      <p:pic>
        <p:nvPicPr>
          <p:cNvPr id="9" name="Picture 8" descr="A transparent lungs with a metal post&#10;&#10;AI-generated content may be incorrect.">
            <a:extLst>
              <a:ext uri="{FF2B5EF4-FFF2-40B4-BE49-F238E27FC236}">
                <a16:creationId xmlns:a16="http://schemas.microsoft.com/office/drawing/2014/main" id="{B504F19B-984E-883B-B653-3B1C0B552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236" r="9818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67244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3DB8A-B389-A558-935B-88063C6D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graphicFrame>
        <p:nvGraphicFramePr>
          <p:cNvPr id="25" name="Rectangle 2">
            <a:extLst>
              <a:ext uri="{FF2B5EF4-FFF2-40B4-BE49-F238E27FC236}">
                <a16:creationId xmlns:a16="http://schemas.microsoft.com/office/drawing/2014/main" id="{656DB19A-1237-EE31-4ADA-7AB75157AE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0265798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1040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7E5D7-4867-CB78-1FAF-95D09677D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Definition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27D0A3-4A9B-0DB7-F22D-22833BE176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7704209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08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25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EAED1919-54A1-41C9-B30B-A3FF3F58E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26220" y="98104"/>
            <a:ext cx="4288094" cy="428809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Lungs">
            <a:extLst>
              <a:ext uri="{FF2B5EF4-FFF2-40B4-BE49-F238E27FC236}">
                <a16:creationId xmlns:a16="http://schemas.microsoft.com/office/drawing/2014/main" id="{952A565C-59CA-48ED-AEA0-0671F9E23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9471" y="941355"/>
            <a:ext cx="2601592" cy="2601592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C4751043-2EE3-4222-9979-8E61D93DA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1848" y="2813300"/>
            <a:ext cx="3757487" cy="3757487"/>
            <a:chOff x="1881974" y="1174396"/>
            <a:chExt cx="5290997" cy="5290997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03FD8213-DB67-4E29-9615-984DB5991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4EDB257-28CF-422F-AE6A-B99E3FE811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9" name="Oval 258">
            <a:extLst>
              <a:ext uri="{FF2B5EF4-FFF2-40B4-BE49-F238E27FC236}">
                <a16:creationId xmlns:a16="http://schemas.microsoft.com/office/drawing/2014/main" id="{FFFEB18F-F81F-4CED-BE64-EB888A77C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4350" y="2762501"/>
            <a:ext cx="3744592" cy="374459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F5BBD-5556-410A-8AAD-D6CF14EA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591" y="3404608"/>
            <a:ext cx="3520789" cy="266608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Definition</a:t>
            </a:r>
          </a:p>
        </p:txBody>
      </p:sp>
      <p:grpSp>
        <p:nvGrpSpPr>
          <p:cNvPr id="260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61" name="Freeform: Shape 83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84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7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AC888-CF95-1EB6-F33E-8A90371C6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5524230" cy="5112792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consists of population-level, aggregated health records related to lung cancer.</a:t>
            </a:r>
          </a:p>
          <a:p>
            <a:r>
              <a:rPr lang="en-IN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dataset represents county-level measurements across multiple years.</a:t>
            </a:r>
          </a:p>
          <a:p>
            <a:r>
              <a:rPr lang="en-IN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 include cancer outcomes, geographic identifiers, and risk indicators.</a:t>
            </a:r>
          </a:p>
          <a:p>
            <a:r>
              <a:rPr lang="en-IN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is structured in CSV (.csv) format, suitable for statistical and machine learning analysis.</a:t>
            </a:r>
          </a:p>
          <a:p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070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blue sky&#10;&#10;AI-generated content may be incorrect.">
            <a:extLst>
              <a:ext uri="{FF2B5EF4-FFF2-40B4-BE49-F238E27FC236}">
                <a16:creationId xmlns:a16="http://schemas.microsoft.com/office/drawing/2014/main" id="{3A420EE6-BE37-E279-3015-7C103454D4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F86FFB-CE5B-039D-29E9-1379D6354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393E23-E2FE-22CE-03B2-AACD5F0259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0537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0565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52DE2-C0DF-68CF-66A0-879E6A4B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IN" sz="6800" dirty="0"/>
              <a:t>Data Collection Method</a:t>
            </a:r>
            <a:endParaRPr lang="en-US" sz="6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6071BCC-F139-A536-76D6-CE400BFA9D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6614922"/>
              </p:ext>
            </p:extLst>
          </p:nvPr>
        </p:nvGraphicFramePr>
        <p:xfrm>
          <a:off x="5108535" y="500064"/>
          <a:ext cx="6245265" cy="61600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6970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7AB0C-C843-D423-9DB3-C4B9CACED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C84BAF3A-7CFB-DB1F-6DA7-D15BE69949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6543294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7016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9AAAE9-60BB-F258-2366-4D70AB362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IN" sz="4800">
                <a:latin typeface="Times New Roman" panose="02020603050405020304" pitchFamily="18" charset="0"/>
                <a:cs typeface="Times New Roman" panose="02020603050405020304" pitchFamily="18" charset="0"/>
              </a:rPr>
              <a:t>Unit of Observation and Data Coverage</a:t>
            </a:r>
            <a:endParaRPr lang="en-US"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983CA0A-886E-557A-FFC3-D292EB6B05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00159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2780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F1AEF-19F9-8B16-9258-E6623191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Attributes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53ABA-BB92-591E-8040-DA2769247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3013"/>
            <a:ext cx="10515600" cy="47910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Geographic and Time Variables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county_fips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 – County identification code</a:t>
            </a:r>
          </a:p>
          <a:p>
            <a:r>
              <a:rPr lang="en-I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state_name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 – U.S. state</a:t>
            </a:r>
          </a:p>
          <a:p>
            <a:r>
              <a:rPr lang="en-I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county_name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 – County name</a:t>
            </a:r>
          </a:p>
          <a:p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year – Year of observation</a:t>
            </a:r>
          </a:p>
          <a:p>
            <a:pPr marL="0" indent="0">
              <a:buNone/>
            </a:pP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Outcome Variables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lung_cancer_incidence_rate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lung_cancer_mortality_rate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Risk and Screening Variables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smoking_prevalence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screening_indicator</a:t>
            </a:r>
            <a:r>
              <a:rPr lang="en-IN" sz="240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Behavioral risk measures (e.g., smoking-related metrics)</a:t>
            </a:r>
          </a:p>
          <a:p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477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2FDA5-B7BE-3349-E995-6C6F6E8AA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Data Format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35683B57-67C2-7936-4F20-02FE926771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8322937"/>
              </p:ext>
            </p:extLst>
          </p:nvPr>
        </p:nvGraphicFramePr>
        <p:xfrm>
          <a:off x="838200" y="1814513"/>
          <a:ext cx="10400732" cy="4266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8258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" name="Rectangle 105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4D3E97-0049-BE15-BDD5-CCD942349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IN" sz="54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endParaRPr lang="en-US" sz="54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2DFCE57-E85D-BFD2-5375-76A4C01AD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451" y="1504294"/>
            <a:ext cx="7605712" cy="578643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National Cancer Institute (NCI) – State Cancer Profiles</a:t>
            </a:r>
            <a:b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Lung cancer incidence data</a:t>
            </a:r>
            <a:b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https://statecancerprofiles.cancer.gov/incidencerates/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Centers</a:t>
            </a: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for Disease Control and Prevention (CDC)</a:t>
            </a:r>
            <a:b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Lung cancer mortality data</a:t>
            </a:r>
            <a:b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https://statecancerprofiles.cancer.gov/deathrates/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CDC-supported Risk Indicator Data</a:t>
            </a:r>
            <a:b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Smoking and </a:t>
            </a:r>
            <a:r>
              <a:rPr lang="en-I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behavioral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 risk indicators</a:t>
            </a:r>
            <a:b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https://statecancerprofiles.cancer.gov/risk/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All datasets were downloaded in </a:t>
            </a: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CSV (.csv) format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461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114</TotalTime>
  <Words>624</Words>
  <Application>Microsoft Macintosh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Office Theme</vt:lpstr>
      <vt:lpstr>Analysis of Lung Cancer Incidence, Mortality and Risk Factors in the  United States  </vt:lpstr>
      <vt:lpstr>HDS 5230-05 High Performance Computing and  Health Artificial Intelligence Instructor : Prof . Bahareh Rahmani  Group : 03  </vt:lpstr>
      <vt:lpstr>Table of Contents</vt:lpstr>
      <vt:lpstr>Project Definition</vt:lpstr>
      <vt:lpstr>Data Definition</vt:lpstr>
      <vt:lpstr>Data Description</vt:lpstr>
      <vt:lpstr>Data Collection Method</vt:lpstr>
      <vt:lpstr>Data Description</vt:lpstr>
      <vt:lpstr>Unit of Observation and Data Coverage</vt:lpstr>
      <vt:lpstr>Data Attributes</vt:lpstr>
      <vt:lpstr>Data Format</vt:lpstr>
      <vt:lpstr>Data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Shrestha</dc:creator>
  <cp:lastModifiedBy>Jijol Onesimos Pala</cp:lastModifiedBy>
  <cp:revision>11</cp:revision>
  <dcterms:created xsi:type="dcterms:W3CDTF">2026-01-22T23:48:36Z</dcterms:created>
  <dcterms:modified xsi:type="dcterms:W3CDTF">2026-01-23T05:26:34Z</dcterms:modified>
</cp:coreProperties>
</file>